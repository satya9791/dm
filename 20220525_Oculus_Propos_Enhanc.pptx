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7" r:id="rId5"/>
    <p:sldId id="270" r:id="rId6"/>
    <p:sldId id="257" r:id="rId7"/>
    <p:sldId id="256" r:id="rId8"/>
    <p:sldId id="262" r:id="rId9"/>
    <p:sldId id="263" r:id="rId10"/>
    <p:sldId id="260" r:id="rId11"/>
    <p:sldId id="264" r:id="rId12"/>
    <p:sldId id="266" r:id="rId13"/>
    <p:sldId id="261" r:id="rId14"/>
    <p:sldId id="265" r:id="rId15"/>
    <p:sldId id="268" r:id="rId16"/>
    <p:sldId id="269" r:id="rId17"/>
    <p:sldId id="271" r:id="rId18"/>
    <p:sldId id="273" r:id="rId19"/>
    <p:sldId id="272" r:id="rId20"/>
    <p:sldId id="277" r:id="rId21"/>
    <p:sldId id="276" r:id="rId22"/>
    <p:sldId id="275" r:id="rId23"/>
    <p:sldId id="280" r:id="rId24"/>
    <p:sldId id="274" r:id="rId25"/>
    <p:sldId id="28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ice to have" id="{F1B64E64-21F8-46BB-B8B9-87B2DEA0DB76}">
          <p14:sldIdLst>
            <p14:sldId id="267"/>
            <p14:sldId id="270"/>
            <p14:sldId id="257"/>
            <p14:sldId id="256"/>
            <p14:sldId id="262"/>
            <p14:sldId id="263"/>
          </p14:sldIdLst>
        </p14:section>
        <p14:section name="Must have" id="{162B017E-5338-498C-9ECC-E05B432DE8DD}">
          <p14:sldIdLst>
            <p14:sldId id="260"/>
            <p14:sldId id="264"/>
            <p14:sldId id="266"/>
            <p14:sldId id="261"/>
            <p14:sldId id="265"/>
            <p14:sldId id="268"/>
            <p14:sldId id="269"/>
            <p14:sldId id="271"/>
            <p14:sldId id="273"/>
            <p14:sldId id="272"/>
            <p14:sldId id="277"/>
            <p14:sldId id="276"/>
            <p14:sldId id="275"/>
            <p14:sldId id="280"/>
            <p14:sldId id="274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B6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8A2401-D069-5F68-E159-978A7B53904A}" v="2517" dt="2022-05-25T16:28:20.4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96" autoAdjust="0"/>
    <p:restoredTop sz="94660"/>
  </p:normalViewPr>
  <p:slideViewPr>
    <p:cSldViewPr snapToGrid="0">
      <p:cViewPr varScale="1">
        <p:scale>
          <a:sx n="72" d="100"/>
          <a:sy n="72" d="100"/>
        </p:scale>
        <p:origin x="49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oît Scalais" userId="613da907-2e15-415f-94bc-d73c5f8eeb17" providerId="ADAL" clId="{0AC98162-8B1E-4D40-99DE-944B0B6DA0C2}"/>
    <pc:docChg chg="custSel modSld">
      <pc:chgData name="Benoît Scalais" userId="613da907-2e15-415f-94bc-d73c5f8eeb17" providerId="ADAL" clId="{0AC98162-8B1E-4D40-99DE-944B0B6DA0C2}" dt="2022-05-25T14:20:45.327" v="9" actId="478"/>
      <pc:docMkLst>
        <pc:docMk/>
      </pc:docMkLst>
      <pc:sldChg chg="delSp mod">
        <pc:chgData name="Benoît Scalais" userId="613da907-2e15-415f-94bc-d73c5f8eeb17" providerId="ADAL" clId="{0AC98162-8B1E-4D40-99DE-944B0B6DA0C2}" dt="2022-05-25T14:20:09.957" v="4" actId="478"/>
        <pc:sldMkLst>
          <pc:docMk/>
          <pc:sldMk cId="2563463970" sldId="256"/>
        </pc:sldMkLst>
        <pc:spChg chg="del">
          <ac:chgData name="Benoît Scalais" userId="613da907-2e15-415f-94bc-d73c5f8eeb17" providerId="ADAL" clId="{0AC98162-8B1E-4D40-99DE-944B0B6DA0C2}" dt="2022-05-25T14:20:07.367" v="1" actId="478"/>
          <ac:spMkLst>
            <pc:docMk/>
            <pc:sldMk cId="2563463970" sldId="256"/>
            <ac:spMk id="15" creationId="{8D89D9A7-E31F-40A4-941C-A0C358FE7201}"/>
          </ac:spMkLst>
        </pc:spChg>
        <pc:grpChg chg="del">
          <ac:chgData name="Benoît Scalais" userId="613da907-2e15-415f-94bc-d73c5f8eeb17" providerId="ADAL" clId="{0AC98162-8B1E-4D40-99DE-944B0B6DA0C2}" dt="2022-05-25T14:20:09.957" v="4" actId="478"/>
          <ac:grpSpMkLst>
            <pc:docMk/>
            <pc:sldMk cId="2563463970" sldId="256"/>
            <ac:grpSpMk id="13" creationId="{46905344-74CE-40CA-A18C-9AACFD75ECA5}"/>
          </ac:grpSpMkLst>
        </pc:grpChg>
        <pc:picChg chg="del">
          <ac:chgData name="Benoît Scalais" userId="613da907-2e15-415f-94bc-d73c5f8eeb17" providerId="ADAL" clId="{0AC98162-8B1E-4D40-99DE-944B0B6DA0C2}" dt="2022-05-25T14:20:02.766" v="0" actId="478"/>
          <ac:picMkLst>
            <pc:docMk/>
            <pc:sldMk cId="2563463970" sldId="256"/>
            <ac:picMk id="5" creationId="{74350603-3DDF-423F-A8DA-0C2C40998204}"/>
          </ac:picMkLst>
        </pc:picChg>
        <pc:picChg chg="del">
          <ac:chgData name="Benoît Scalais" userId="613da907-2e15-415f-94bc-d73c5f8eeb17" providerId="ADAL" clId="{0AC98162-8B1E-4D40-99DE-944B0B6DA0C2}" dt="2022-05-25T14:20:08.957" v="3" actId="478"/>
          <ac:picMkLst>
            <pc:docMk/>
            <pc:sldMk cId="2563463970" sldId="256"/>
            <ac:picMk id="7" creationId="{6F9E0CC1-9106-4219-B6A6-CCDB3E2BCAE2}"/>
          </ac:picMkLst>
        </pc:picChg>
        <pc:picChg chg="del">
          <ac:chgData name="Benoît Scalais" userId="613da907-2e15-415f-94bc-d73c5f8eeb17" providerId="ADAL" clId="{0AC98162-8B1E-4D40-99DE-944B0B6DA0C2}" dt="2022-05-25T14:20:08.222" v="2" actId="478"/>
          <ac:picMkLst>
            <pc:docMk/>
            <pc:sldMk cId="2563463970" sldId="256"/>
            <ac:picMk id="9" creationId="{3042F80D-7431-401A-A5ED-9404857C522B}"/>
          </ac:picMkLst>
        </pc:picChg>
      </pc:sldChg>
      <pc:sldChg chg="delSp mod">
        <pc:chgData name="Benoît Scalais" userId="613da907-2e15-415f-94bc-d73c5f8eeb17" providerId="ADAL" clId="{0AC98162-8B1E-4D40-99DE-944B0B6DA0C2}" dt="2022-05-25T14:20:32.154" v="7" actId="478"/>
        <pc:sldMkLst>
          <pc:docMk/>
          <pc:sldMk cId="915092791" sldId="257"/>
        </pc:sldMkLst>
        <pc:grpChg chg="del">
          <ac:chgData name="Benoît Scalais" userId="613da907-2e15-415f-94bc-d73c5f8eeb17" providerId="ADAL" clId="{0AC98162-8B1E-4D40-99DE-944B0B6DA0C2}" dt="2022-05-25T14:20:32.154" v="7" actId="478"/>
          <ac:grpSpMkLst>
            <pc:docMk/>
            <pc:sldMk cId="915092791" sldId="257"/>
            <ac:grpSpMk id="8" creationId="{0704E2CE-827D-44FB-AF98-E42B83D38E94}"/>
          </ac:grpSpMkLst>
        </pc:grpChg>
        <pc:grpChg chg="del">
          <ac:chgData name="Benoît Scalais" userId="613da907-2e15-415f-94bc-d73c5f8eeb17" providerId="ADAL" clId="{0AC98162-8B1E-4D40-99DE-944B0B6DA0C2}" dt="2022-05-25T14:20:32.154" v="7" actId="478"/>
          <ac:grpSpMkLst>
            <pc:docMk/>
            <pc:sldMk cId="915092791" sldId="257"/>
            <ac:grpSpMk id="16" creationId="{6AF4C704-D43B-4131-9E17-A1B6D63B2FC2}"/>
          </ac:grpSpMkLst>
        </pc:grpChg>
        <pc:picChg chg="del">
          <ac:chgData name="Benoît Scalais" userId="613da907-2e15-415f-94bc-d73c5f8eeb17" providerId="ADAL" clId="{0AC98162-8B1E-4D40-99DE-944B0B6DA0C2}" dt="2022-05-25T14:20:32.154" v="7" actId="478"/>
          <ac:picMkLst>
            <pc:docMk/>
            <pc:sldMk cId="915092791" sldId="257"/>
            <ac:picMk id="7" creationId="{899E45F0-383C-4BA3-9CE8-FBA1F099CA13}"/>
          </ac:picMkLst>
        </pc:picChg>
        <pc:picChg chg="del">
          <ac:chgData name="Benoît Scalais" userId="613da907-2e15-415f-94bc-d73c5f8eeb17" providerId="ADAL" clId="{0AC98162-8B1E-4D40-99DE-944B0B6DA0C2}" dt="2022-05-25T14:20:32.154" v="7" actId="478"/>
          <ac:picMkLst>
            <pc:docMk/>
            <pc:sldMk cId="915092791" sldId="257"/>
            <ac:picMk id="10" creationId="{45506183-7EB6-44CC-83B8-75014891CE8D}"/>
          </ac:picMkLst>
        </pc:picChg>
      </pc:sldChg>
      <pc:sldChg chg="delSp mod">
        <pc:chgData name="Benoît Scalais" userId="613da907-2e15-415f-94bc-d73c5f8eeb17" providerId="ADAL" clId="{0AC98162-8B1E-4D40-99DE-944B0B6DA0C2}" dt="2022-05-25T14:20:23.125" v="5" actId="478"/>
        <pc:sldMkLst>
          <pc:docMk/>
          <pc:sldMk cId="646356160" sldId="258"/>
        </pc:sldMkLst>
        <pc:spChg chg="del">
          <ac:chgData name="Benoît Scalais" userId="613da907-2e15-415f-94bc-d73c5f8eeb17" providerId="ADAL" clId="{0AC98162-8B1E-4D40-99DE-944B0B6DA0C2}" dt="2022-05-25T14:20:23.125" v="5" actId="478"/>
          <ac:spMkLst>
            <pc:docMk/>
            <pc:sldMk cId="646356160" sldId="258"/>
            <ac:spMk id="6" creationId="{0FE1CC97-108F-42B1-8E7B-1FBDFEA79EB6}"/>
          </ac:spMkLst>
        </pc:spChg>
        <pc:spChg chg="del">
          <ac:chgData name="Benoît Scalais" userId="613da907-2e15-415f-94bc-d73c5f8eeb17" providerId="ADAL" clId="{0AC98162-8B1E-4D40-99DE-944B0B6DA0C2}" dt="2022-05-25T14:20:23.125" v="5" actId="478"/>
          <ac:spMkLst>
            <pc:docMk/>
            <pc:sldMk cId="646356160" sldId="258"/>
            <ac:spMk id="7" creationId="{3B0637C7-CA60-4CCE-A1ED-FD1F592F0374}"/>
          </ac:spMkLst>
        </pc:spChg>
        <pc:picChg chg="del">
          <ac:chgData name="Benoît Scalais" userId="613da907-2e15-415f-94bc-d73c5f8eeb17" providerId="ADAL" clId="{0AC98162-8B1E-4D40-99DE-944B0B6DA0C2}" dt="2022-05-25T14:20:23.125" v="5" actId="478"/>
          <ac:picMkLst>
            <pc:docMk/>
            <pc:sldMk cId="646356160" sldId="258"/>
            <ac:picMk id="3" creationId="{596BB09E-621D-447A-B691-3AEF09F9E77F}"/>
          </ac:picMkLst>
        </pc:picChg>
        <pc:picChg chg="del">
          <ac:chgData name="Benoît Scalais" userId="613da907-2e15-415f-94bc-d73c5f8eeb17" providerId="ADAL" clId="{0AC98162-8B1E-4D40-99DE-944B0B6DA0C2}" dt="2022-05-25T14:20:23.125" v="5" actId="478"/>
          <ac:picMkLst>
            <pc:docMk/>
            <pc:sldMk cId="646356160" sldId="258"/>
            <ac:picMk id="5" creationId="{338E4D8D-FD6C-48BA-8168-4D2B4055345D}"/>
          </ac:picMkLst>
        </pc:picChg>
        <pc:picChg chg="del">
          <ac:chgData name="Benoît Scalais" userId="613da907-2e15-415f-94bc-d73c5f8eeb17" providerId="ADAL" clId="{0AC98162-8B1E-4D40-99DE-944B0B6DA0C2}" dt="2022-05-25T14:20:23.125" v="5" actId="478"/>
          <ac:picMkLst>
            <pc:docMk/>
            <pc:sldMk cId="646356160" sldId="258"/>
            <ac:picMk id="8" creationId="{E388F3E1-AC19-48F0-91CB-D9983D7F90C7}"/>
          </ac:picMkLst>
        </pc:picChg>
        <pc:picChg chg="del">
          <ac:chgData name="Benoît Scalais" userId="613da907-2e15-415f-94bc-d73c5f8eeb17" providerId="ADAL" clId="{0AC98162-8B1E-4D40-99DE-944B0B6DA0C2}" dt="2022-05-25T14:20:23.125" v="5" actId="478"/>
          <ac:picMkLst>
            <pc:docMk/>
            <pc:sldMk cId="646356160" sldId="258"/>
            <ac:picMk id="10" creationId="{D794DB17-A967-420C-A8EF-15CDD3CC19A0}"/>
          </ac:picMkLst>
        </pc:picChg>
        <pc:picChg chg="del">
          <ac:chgData name="Benoît Scalais" userId="613da907-2e15-415f-94bc-d73c5f8eeb17" providerId="ADAL" clId="{0AC98162-8B1E-4D40-99DE-944B0B6DA0C2}" dt="2022-05-25T14:20:23.125" v="5" actId="478"/>
          <ac:picMkLst>
            <pc:docMk/>
            <pc:sldMk cId="646356160" sldId="258"/>
            <ac:picMk id="11" creationId="{9C6AD852-7BCE-4136-BE79-7D9E9B3A4961}"/>
          </ac:picMkLst>
        </pc:picChg>
        <pc:picChg chg="del">
          <ac:chgData name="Benoît Scalais" userId="613da907-2e15-415f-94bc-d73c5f8eeb17" providerId="ADAL" clId="{0AC98162-8B1E-4D40-99DE-944B0B6DA0C2}" dt="2022-05-25T14:20:23.125" v="5" actId="478"/>
          <ac:picMkLst>
            <pc:docMk/>
            <pc:sldMk cId="646356160" sldId="258"/>
            <ac:picMk id="13" creationId="{B028ED2F-7273-4676-8342-0C4DB8E645FA}"/>
          </ac:picMkLst>
        </pc:picChg>
        <pc:picChg chg="del">
          <ac:chgData name="Benoît Scalais" userId="613da907-2e15-415f-94bc-d73c5f8eeb17" providerId="ADAL" clId="{0AC98162-8B1E-4D40-99DE-944B0B6DA0C2}" dt="2022-05-25T14:20:23.125" v="5" actId="478"/>
          <ac:picMkLst>
            <pc:docMk/>
            <pc:sldMk cId="646356160" sldId="258"/>
            <ac:picMk id="14" creationId="{3CCEB57C-9F10-4AA3-9C75-D0383791C00C}"/>
          </ac:picMkLst>
        </pc:picChg>
        <pc:picChg chg="del">
          <ac:chgData name="Benoît Scalais" userId="613da907-2e15-415f-94bc-d73c5f8eeb17" providerId="ADAL" clId="{0AC98162-8B1E-4D40-99DE-944B0B6DA0C2}" dt="2022-05-25T14:20:23.125" v="5" actId="478"/>
          <ac:picMkLst>
            <pc:docMk/>
            <pc:sldMk cId="646356160" sldId="258"/>
            <ac:picMk id="15" creationId="{0E08E4CF-5DA6-49AB-8045-A6126C29EF1B}"/>
          </ac:picMkLst>
        </pc:picChg>
      </pc:sldChg>
      <pc:sldChg chg="delSp mod">
        <pc:chgData name="Benoît Scalais" userId="613da907-2e15-415f-94bc-d73c5f8eeb17" providerId="ADAL" clId="{0AC98162-8B1E-4D40-99DE-944B0B6DA0C2}" dt="2022-05-25T14:20:27.028" v="6" actId="478"/>
        <pc:sldMkLst>
          <pc:docMk/>
          <pc:sldMk cId="1350414803" sldId="259"/>
        </pc:sldMkLst>
        <pc:spChg chg="del">
          <ac:chgData name="Benoît Scalais" userId="613da907-2e15-415f-94bc-d73c5f8eeb17" providerId="ADAL" clId="{0AC98162-8B1E-4D40-99DE-944B0B6DA0C2}" dt="2022-05-25T14:20:27.028" v="6" actId="478"/>
          <ac:spMkLst>
            <pc:docMk/>
            <pc:sldMk cId="1350414803" sldId="259"/>
            <ac:spMk id="12" creationId="{ECA66DE2-9E43-467E-A71A-F7B63B7D8346}"/>
          </ac:spMkLst>
        </pc:spChg>
        <pc:spChg chg="del">
          <ac:chgData name="Benoît Scalais" userId="613da907-2e15-415f-94bc-d73c5f8eeb17" providerId="ADAL" clId="{0AC98162-8B1E-4D40-99DE-944B0B6DA0C2}" dt="2022-05-25T14:20:27.028" v="6" actId="478"/>
          <ac:spMkLst>
            <pc:docMk/>
            <pc:sldMk cId="1350414803" sldId="259"/>
            <ac:spMk id="13" creationId="{B794355E-9BC5-4A96-A6A6-A42B51068267}"/>
          </ac:spMkLst>
        </pc:spChg>
        <pc:grpChg chg="del">
          <ac:chgData name="Benoît Scalais" userId="613da907-2e15-415f-94bc-d73c5f8eeb17" providerId="ADAL" clId="{0AC98162-8B1E-4D40-99DE-944B0B6DA0C2}" dt="2022-05-25T14:20:27.028" v="6" actId="478"/>
          <ac:grpSpMkLst>
            <pc:docMk/>
            <pc:sldMk cId="1350414803" sldId="259"/>
            <ac:grpSpMk id="11" creationId="{9B48D2A0-8B24-4F0B-BBED-84147180FDDA}"/>
          </ac:grpSpMkLst>
        </pc:grpChg>
        <pc:picChg chg="del">
          <ac:chgData name="Benoît Scalais" userId="613da907-2e15-415f-94bc-d73c5f8eeb17" providerId="ADAL" clId="{0AC98162-8B1E-4D40-99DE-944B0B6DA0C2}" dt="2022-05-25T14:20:27.028" v="6" actId="478"/>
          <ac:picMkLst>
            <pc:docMk/>
            <pc:sldMk cId="1350414803" sldId="259"/>
            <ac:picMk id="6" creationId="{2A80742C-CF0E-488B-A457-70D1A9CA86E8}"/>
          </ac:picMkLst>
        </pc:picChg>
      </pc:sldChg>
      <pc:sldChg chg="delSp mod">
        <pc:chgData name="Benoît Scalais" userId="613da907-2e15-415f-94bc-d73c5f8eeb17" providerId="ADAL" clId="{0AC98162-8B1E-4D40-99DE-944B0B6DA0C2}" dt="2022-05-25T14:20:36.892" v="8" actId="478"/>
        <pc:sldMkLst>
          <pc:docMk/>
          <pc:sldMk cId="4133403757" sldId="260"/>
        </pc:sldMkLst>
        <pc:spChg chg="del">
          <ac:chgData name="Benoît Scalais" userId="613da907-2e15-415f-94bc-d73c5f8eeb17" providerId="ADAL" clId="{0AC98162-8B1E-4D40-99DE-944B0B6DA0C2}" dt="2022-05-25T14:20:36.892" v="8" actId="478"/>
          <ac:spMkLst>
            <pc:docMk/>
            <pc:sldMk cId="4133403757" sldId="260"/>
            <ac:spMk id="13" creationId="{8B36971D-61B5-4469-B535-998B149F73B5}"/>
          </ac:spMkLst>
        </pc:spChg>
        <pc:spChg chg="del">
          <ac:chgData name="Benoît Scalais" userId="613da907-2e15-415f-94bc-d73c5f8eeb17" providerId="ADAL" clId="{0AC98162-8B1E-4D40-99DE-944B0B6DA0C2}" dt="2022-05-25T14:20:36.892" v="8" actId="478"/>
          <ac:spMkLst>
            <pc:docMk/>
            <pc:sldMk cId="4133403757" sldId="260"/>
            <ac:spMk id="14" creationId="{86E600FC-BD05-4BA0-B5CB-842425385681}"/>
          </ac:spMkLst>
        </pc:spChg>
        <pc:spChg chg="del">
          <ac:chgData name="Benoît Scalais" userId="613da907-2e15-415f-94bc-d73c5f8eeb17" providerId="ADAL" clId="{0AC98162-8B1E-4D40-99DE-944B0B6DA0C2}" dt="2022-05-25T14:20:36.892" v="8" actId="478"/>
          <ac:spMkLst>
            <pc:docMk/>
            <pc:sldMk cId="4133403757" sldId="260"/>
            <ac:spMk id="21" creationId="{6695A140-04C8-4A43-9E7F-3450165BD99A}"/>
          </ac:spMkLst>
        </pc:spChg>
        <pc:spChg chg="del">
          <ac:chgData name="Benoît Scalais" userId="613da907-2e15-415f-94bc-d73c5f8eeb17" providerId="ADAL" clId="{0AC98162-8B1E-4D40-99DE-944B0B6DA0C2}" dt="2022-05-25T14:20:36.892" v="8" actId="478"/>
          <ac:spMkLst>
            <pc:docMk/>
            <pc:sldMk cId="4133403757" sldId="260"/>
            <ac:spMk id="22" creationId="{85BCF110-44E3-481F-BEDF-E71BB8E1F768}"/>
          </ac:spMkLst>
        </pc:spChg>
        <pc:grpChg chg="del">
          <ac:chgData name="Benoît Scalais" userId="613da907-2e15-415f-94bc-d73c5f8eeb17" providerId="ADAL" clId="{0AC98162-8B1E-4D40-99DE-944B0B6DA0C2}" dt="2022-05-25T14:20:36.892" v="8" actId="478"/>
          <ac:grpSpMkLst>
            <pc:docMk/>
            <pc:sldMk cId="4133403757" sldId="260"/>
            <ac:grpSpMk id="5" creationId="{A28797FE-328C-42F3-ABA9-7C1520EF9A29}"/>
          </ac:grpSpMkLst>
        </pc:grpChg>
        <pc:grpChg chg="del">
          <ac:chgData name="Benoît Scalais" userId="613da907-2e15-415f-94bc-d73c5f8eeb17" providerId="ADAL" clId="{0AC98162-8B1E-4D40-99DE-944B0B6DA0C2}" dt="2022-05-25T14:20:36.892" v="8" actId="478"/>
          <ac:grpSpMkLst>
            <pc:docMk/>
            <pc:sldMk cId="4133403757" sldId="260"/>
            <ac:grpSpMk id="19" creationId="{8F29C625-225F-4364-AB87-D292EB35078C}"/>
          </ac:grpSpMkLst>
        </pc:grpChg>
        <pc:picChg chg="del">
          <ac:chgData name="Benoît Scalais" userId="613da907-2e15-415f-94bc-d73c5f8eeb17" providerId="ADAL" clId="{0AC98162-8B1E-4D40-99DE-944B0B6DA0C2}" dt="2022-05-25T14:20:36.892" v="8" actId="478"/>
          <ac:picMkLst>
            <pc:docMk/>
            <pc:sldMk cId="4133403757" sldId="260"/>
            <ac:picMk id="3" creationId="{EC860C30-59FE-4BFD-AAA3-0DF6433D57F7}"/>
          </ac:picMkLst>
        </pc:picChg>
        <pc:picChg chg="del">
          <ac:chgData name="Benoît Scalais" userId="613da907-2e15-415f-94bc-d73c5f8eeb17" providerId="ADAL" clId="{0AC98162-8B1E-4D40-99DE-944B0B6DA0C2}" dt="2022-05-25T14:20:36.892" v="8" actId="478"/>
          <ac:picMkLst>
            <pc:docMk/>
            <pc:sldMk cId="4133403757" sldId="260"/>
            <ac:picMk id="11" creationId="{2B1EE384-2E23-4622-A969-4D822E23E5E3}"/>
          </ac:picMkLst>
        </pc:picChg>
        <pc:picChg chg="del">
          <ac:chgData name="Benoît Scalais" userId="613da907-2e15-415f-94bc-d73c5f8eeb17" providerId="ADAL" clId="{0AC98162-8B1E-4D40-99DE-944B0B6DA0C2}" dt="2022-05-25T14:20:36.892" v="8" actId="478"/>
          <ac:picMkLst>
            <pc:docMk/>
            <pc:sldMk cId="4133403757" sldId="260"/>
            <ac:picMk id="12" creationId="{851595B2-82F8-49EF-9E9D-B4F2CC1C1C1B}"/>
          </ac:picMkLst>
        </pc:picChg>
        <pc:picChg chg="del">
          <ac:chgData name="Benoît Scalais" userId="613da907-2e15-415f-94bc-d73c5f8eeb17" providerId="ADAL" clId="{0AC98162-8B1E-4D40-99DE-944B0B6DA0C2}" dt="2022-05-25T14:20:36.892" v="8" actId="478"/>
          <ac:picMkLst>
            <pc:docMk/>
            <pc:sldMk cId="4133403757" sldId="260"/>
            <ac:picMk id="20" creationId="{06B62B58-3F5B-4B8A-819A-981E0D2304AE}"/>
          </ac:picMkLst>
        </pc:picChg>
      </pc:sldChg>
      <pc:sldChg chg="delSp mod">
        <pc:chgData name="Benoît Scalais" userId="613da907-2e15-415f-94bc-d73c5f8eeb17" providerId="ADAL" clId="{0AC98162-8B1E-4D40-99DE-944B0B6DA0C2}" dt="2022-05-25T14:20:45.327" v="9" actId="478"/>
        <pc:sldMkLst>
          <pc:docMk/>
          <pc:sldMk cId="3395592402" sldId="261"/>
        </pc:sldMkLst>
        <pc:spChg chg="del">
          <ac:chgData name="Benoît Scalais" userId="613da907-2e15-415f-94bc-d73c5f8eeb17" providerId="ADAL" clId="{0AC98162-8B1E-4D40-99DE-944B0B6DA0C2}" dt="2022-05-25T14:20:45.327" v="9" actId="478"/>
          <ac:spMkLst>
            <pc:docMk/>
            <pc:sldMk cId="3395592402" sldId="261"/>
            <ac:spMk id="4" creationId="{11E8F32C-1E3D-45DB-ADA2-47971E55101F}"/>
          </ac:spMkLst>
        </pc:spChg>
        <pc:spChg chg="del">
          <ac:chgData name="Benoît Scalais" userId="613da907-2e15-415f-94bc-d73c5f8eeb17" providerId="ADAL" clId="{0AC98162-8B1E-4D40-99DE-944B0B6DA0C2}" dt="2022-05-25T14:20:45.327" v="9" actId="478"/>
          <ac:spMkLst>
            <pc:docMk/>
            <pc:sldMk cId="3395592402" sldId="261"/>
            <ac:spMk id="5" creationId="{8A2779C1-2C7F-48E6-9BFA-8A3BA6147320}"/>
          </ac:spMkLst>
        </pc:spChg>
        <pc:picChg chg="del">
          <ac:chgData name="Benoît Scalais" userId="613da907-2e15-415f-94bc-d73c5f8eeb17" providerId="ADAL" clId="{0AC98162-8B1E-4D40-99DE-944B0B6DA0C2}" dt="2022-05-25T14:20:45.327" v="9" actId="478"/>
          <ac:picMkLst>
            <pc:docMk/>
            <pc:sldMk cId="3395592402" sldId="261"/>
            <ac:picMk id="3" creationId="{53A5FDB8-4529-404C-B57D-D08D3193F9E0}"/>
          </ac:picMkLst>
        </pc:picChg>
      </pc:sldChg>
    </pc:docChg>
  </pc:docChgLst>
  <pc:docChgLst>
    <pc:chgData name="Benoît Scalais" userId="S::benoit.scalais@belgiantrain.be::613da907-2e15-415f-94bc-d73c5f8eeb17" providerId="AD" clId="Web-{798A2401-D069-5F68-E159-978A7B53904A}"/>
    <pc:docChg chg="addSld delSld modSld sldOrd modSection">
      <pc:chgData name="Benoît Scalais" userId="S::benoit.scalais@belgiantrain.be::613da907-2e15-415f-94bc-d73c5f8eeb17" providerId="AD" clId="Web-{798A2401-D069-5F68-E159-978A7B53904A}" dt="2022-05-25T16:28:20.485" v="1659" actId="20577"/>
      <pc:docMkLst>
        <pc:docMk/>
      </pc:docMkLst>
      <pc:sldChg chg="addSp delSp modSp">
        <pc:chgData name="Benoît Scalais" userId="S::benoit.scalais@belgiantrain.be::613da907-2e15-415f-94bc-d73c5f8eeb17" providerId="AD" clId="Web-{798A2401-D069-5F68-E159-978A7B53904A}" dt="2022-05-25T16:22:23.352" v="1494" actId="14100"/>
        <pc:sldMkLst>
          <pc:docMk/>
          <pc:sldMk cId="2563463970" sldId="256"/>
        </pc:sldMkLst>
        <pc:spChg chg="add mod">
          <ac:chgData name="Benoît Scalais" userId="S::benoit.scalais@belgiantrain.be::613da907-2e15-415f-94bc-d73c5f8eeb17" providerId="AD" clId="Web-{798A2401-D069-5F68-E159-978A7B53904A}" dt="2022-05-25T16:22:16.149" v="1490" actId="20577"/>
          <ac:spMkLst>
            <pc:docMk/>
            <pc:sldMk cId="2563463970" sldId="256"/>
            <ac:spMk id="6" creationId="{5C20B4C5-07A0-D065-81BE-34D7F67B857C}"/>
          </ac:spMkLst>
        </pc:spChg>
        <pc:picChg chg="add del mod">
          <ac:chgData name="Benoît Scalais" userId="S::benoit.scalais@belgiantrain.be::613da907-2e15-415f-94bc-d73c5f8eeb17" providerId="AD" clId="Web-{798A2401-D069-5F68-E159-978A7B53904A}" dt="2022-05-25T15:38:38.448" v="458"/>
          <ac:picMkLst>
            <pc:docMk/>
            <pc:sldMk cId="2563463970" sldId="256"/>
            <ac:picMk id="2" creationId="{41C7C7B8-32F6-AA51-3D00-0075B476B233}"/>
          </ac:picMkLst>
        </pc:picChg>
        <pc:picChg chg="add del mod">
          <ac:chgData name="Benoît Scalais" userId="S::benoit.scalais@belgiantrain.be::613da907-2e15-415f-94bc-d73c5f8eeb17" providerId="AD" clId="Web-{798A2401-D069-5F68-E159-978A7B53904A}" dt="2022-05-25T16:17:52.611" v="1362"/>
          <ac:picMkLst>
            <pc:docMk/>
            <pc:sldMk cId="2563463970" sldId="256"/>
            <ac:picMk id="3" creationId="{316B32C4-5DCA-25E9-483E-D31FD888A289}"/>
          </ac:picMkLst>
        </pc:picChg>
        <pc:picChg chg="add del mod">
          <ac:chgData name="Benoît Scalais" userId="S::benoit.scalais@belgiantrain.be::613da907-2e15-415f-94bc-d73c5f8eeb17" providerId="AD" clId="Web-{798A2401-D069-5F68-E159-978A7B53904A}" dt="2022-05-25T15:15:45.540" v="327"/>
          <ac:picMkLst>
            <pc:docMk/>
            <pc:sldMk cId="2563463970" sldId="256"/>
            <ac:picMk id="4" creationId="{094BFB04-EA0E-FD21-359E-1C1BC4898642}"/>
          </ac:picMkLst>
        </pc:picChg>
        <pc:picChg chg="add mod">
          <ac:chgData name="Benoît Scalais" userId="S::benoit.scalais@belgiantrain.be::613da907-2e15-415f-94bc-d73c5f8eeb17" providerId="AD" clId="Web-{798A2401-D069-5F68-E159-978A7B53904A}" dt="2022-05-25T16:18:04.018" v="1363" actId="1076"/>
          <ac:picMkLst>
            <pc:docMk/>
            <pc:sldMk cId="2563463970" sldId="256"/>
            <ac:picMk id="4" creationId="{BA7FA435-9FED-CE12-E8A5-6A58AC278664}"/>
          </ac:picMkLst>
        </pc:picChg>
        <pc:picChg chg="add mod">
          <ac:chgData name="Benoît Scalais" userId="S::benoit.scalais@belgiantrain.be::613da907-2e15-415f-94bc-d73c5f8eeb17" providerId="AD" clId="Web-{798A2401-D069-5F68-E159-978A7B53904A}" dt="2022-05-25T16:18:06.721" v="1364" actId="1076"/>
          <ac:picMkLst>
            <pc:docMk/>
            <pc:sldMk cId="2563463970" sldId="256"/>
            <ac:picMk id="5" creationId="{08BD8202-FD6E-54E2-FAFA-73C8AB00013B}"/>
          </ac:picMkLst>
        </pc:picChg>
        <pc:picChg chg="add del mod">
          <ac:chgData name="Benoît Scalais" userId="S::benoit.scalais@belgiantrain.be::613da907-2e15-415f-94bc-d73c5f8eeb17" providerId="AD" clId="Web-{798A2401-D069-5F68-E159-978A7B53904A}" dt="2022-05-25T15:14:07.038" v="271"/>
          <ac:picMkLst>
            <pc:docMk/>
            <pc:sldMk cId="2563463970" sldId="256"/>
            <ac:picMk id="5" creationId="{61D0C105-6377-CC8A-592B-8FA22C272B91}"/>
          </ac:picMkLst>
        </pc:picChg>
        <pc:picChg chg="add del mod">
          <ac:chgData name="Benoît Scalais" userId="S::benoit.scalais@belgiantrain.be::613da907-2e15-415f-94bc-d73c5f8eeb17" providerId="AD" clId="Web-{798A2401-D069-5F68-E159-978A7B53904A}" dt="2022-05-25T15:07:43.876" v="191"/>
          <ac:picMkLst>
            <pc:docMk/>
            <pc:sldMk cId="2563463970" sldId="256"/>
            <ac:picMk id="6" creationId="{F0892808-3377-55C7-872F-540AD659A105}"/>
          </ac:picMkLst>
        </pc:picChg>
        <pc:picChg chg="add del mod">
          <ac:chgData name="Benoît Scalais" userId="S::benoit.scalais@belgiantrain.be::613da907-2e15-415f-94bc-d73c5f8eeb17" providerId="AD" clId="Web-{798A2401-D069-5F68-E159-978A7B53904A}" dt="2022-05-25T15:12:25.036" v="252"/>
          <ac:picMkLst>
            <pc:docMk/>
            <pc:sldMk cId="2563463970" sldId="256"/>
            <ac:picMk id="7" creationId="{D64D7C68-198C-4224-7156-D09B793A224D}"/>
          </ac:picMkLst>
        </pc:picChg>
        <pc:picChg chg="add mod">
          <ac:chgData name="Benoît Scalais" userId="S::benoit.scalais@belgiantrain.be::613da907-2e15-415f-94bc-d73c5f8eeb17" providerId="AD" clId="Web-{798A2401-D069-5F68-E159-978A7B53904A}" dt="2022-05-25T15:01:51.979" v="125" actId="1076"/>
          <ac:picMkLst>
            <pc:docMk/>
            <pc:sldMk cId="2563463970" sldId="256"/>
            <ac:picMk id="8" creationId="{E706D6D4-3540-A70D-2EBB-59262262A1FC}"/>
          </ac:picMkLst>
        </pc:picChg>
        <pc:picChg chg="add mod">
          <ac:chgData name="Benoît Scalais" userId="S::benoit.scalais@belgiantrain.be::613da907-2e15-415f-94bc-d73c5f8eeb17" providerId="AD" clId="Web-{798A2401-D069-5F68-E159-978A7B53904A}" dt="2022-05-25T15:01:50.120" v="124" actId="1076"/>
          <ac:picMkLst>
            <pc:docMk/>
            <pc:sldMk cId="2563463970" sldId="256"/>
            <ac:picMk id="9" creationId="{41D816B1-5DF9-6714-F694-DB7693689AB8}"/>
          </ac:picMkLst>
        </pc:picChg>
        <pc:picChg chg="add del mod">
          <ac:chgData name="Benoît Scalais" userId="S::benoit.scalais@belgiantrain.be::613da907-2e15-415f-94bc-d73c5f8eeb17" providerId="AD" clId="Web-{798A2401-D069-5F68-E159-978A7B53904A}" dt="2022-05-25T15:00:58.416" v="96"/>
          <ac:picMkLst>
            <pc:docMk/>
            <pc:sldMk cId="2563463970" sldId="256"/>
            <ac:picMk id="10" creationId="{0071371F-184D-C88B-692C-51D49F93862F}"/>
          </ac:picMkLst>
        </pc:picChg>
        <pc:picChg chg="add del mod">
          <ac:chgData name="Benoît Scalais" userId="S::benoit.scalais@belgiantrain.be::613da907-2e15-415f-94bc-d73c5f8eeb17" providerId="AD" clId="Web-{798A2401-D069-5F68-E159-978A7B53904A}" dt="2022-05-25T15:00:58.416" v="95"/>
          <ac:picMkLst>
            <pc:docMk/>
            <pc:sldMk cId="2563463970" sldId="256"/>
            <ac:picMk id="11" creationId="{57A423CB-7FD2-CF3B-10DF-26F717B6DFC9}"/>
          </ac:picMkLst>
        </pc:picChg>
        <pc:picChg chg="add del mod">
          <ac:chgData name="Benoît Scalais" userId="S::benoit.scalais@belgiantrain.be::613da907-2e15-415f-94bc-d73c5f8eeb17" providerId="AD" clId="Web-{798A2401-D069-5F68-E159-978A7B53904A}" dt="2022-05-25T15:00:58.416" v="94"/>
          <ac:picMkLst>
            <pc:docMk/>
            <pc:sldMk cId="2563463970" sldId="256"/>
            <ac:picMk id="12" creationId="{04F837AA-B457-B9C3-F342-634AF7D6F56A}"/>
          </ac:picMkLst>
        </pc:picChg>
        <pc:picChg chg="add del mod">
          <ac:chgData name="Benoît Scalais" userId="S::benoit.scalais@belgiantrain.be::613da907-2e15-415f-94bc-d73c5f8eeb17" providerId="AD" clId="Web-{798A2401-D069-5F68-E159-978A7B53904A}" dt="2022-05-25T15:00:58.416" v="93"/>
          <ac:picMkLst>
            <pc:docMk/>
            <pc:sldMk cId="2563463970" sldId="256"/>
            <ac:picMk id="13" creationId="{BE838F36-91B6-00DD-406C-8BEF7DECF01F}"/>
          </ac:picMkLst>
        </pc:picChg>
        <pc:picChg chg="add mod">
          <ac:chgData name="Benoît Scalais" userId="S::benoit.scalais@belgiantrain.be::613da907-2e15-415f-94bc-d73c5f8eeb17" providerId="AD" clId="Web-{798A2401-D069-5F68-E159-978A7B53904A}" dt="2022-05-25T16:22:23.352" v="1494" actId="14100"/>
          <ac:picMkLst>
            <pc:docMk/>
            <pc:sldMk cId="2563463970" sldId="256"/>
            <ac:picMk id="14" creationId="{08470B86-A2BB-7ED7-AD6F-CC77A912833D}"/>
          </ac:picMkLst>
        </pc:picChg>
        <pc:picChg chg="add del mod">
          <ac:chgData name="Benoît Scalais" userId="S::benoit.scalais@belgiantrain.be::613da907-2e15-415f-94bc-d73c5f8eeb17" providerId="AD" clId="Web-{798A2401-D069-5F68-E159-978A7B53904A}" dt="2022-05-25T15:00:58.416" v="92"/>
          <ac:picMkLst>
            <pc:docMk/>
            <pc:sldMk cId="2563463970" sldId="256"/>
            <ac:picMk id="14" creationId="{346165D8-7C7E-5AC3-A5E3-D3FB31505E2C}"/>
          </ac:picMkLst>
        </pc:picChg>
        <pc:picChg chg="add del mod">
          <ac:chgData name="Benoît Scalais" userId="S::benoit.scalais@belgiantrain.be::613da907-2e15-415f-94bc-d73c5f8eeb17" providerId="AD" clId="Web-{798A2401-D069-5F68-E159-978A7B53904A}" dt="2022-05-25T15:00:58.416" v="91"/>
          <ac:picMkLst>
            <pc:docMk/>
            <pc:sldMk cId="2563463970" sldId="256"/>
            <ac:picMk id="15" creationId="{B0F0FB60-8220-37CD-FF28-5C05A3F80A9D}"/>
          </ac:picMkLst>
        </pc:picChg>
        <pc:picChg chg="add del mod">
          <ac:chgData name="Benoît Scalais" userId="S::benoit.scalais@belgiantrain.be::613da907-2e15-415f-94bc-d73c5f8eeb17" providerId="AD" clId="Web-{798A2401-D069-5F68-E159-978A7B53904A}" dt="2022-05-25T14:59:56.149" v="62"/>
          <ac:picMkLst>
            <pc:docMk/>
            <pc:sldMk cId="2563463970" sldId="256"/>
            <ac:picMk id="16" creationId="{AFB47359-8793-C683-726E-E8EA9FE30CAD}"/>
          </ac:picMkLst>
        </pc:picChg>
        <pc:picChg chg="add del mod">
          <ac:chgData name="Benoît Scalais" userId="S::benoit.scalais@belgiantrain.be::613da907-2e15-415f-94bc-d73c5f8eeb17" providerId="AD" clId="Web-{798A2401-D069-5F68-E159-978A7B53904A}" dt="2022-05-25T15:19:56.747" v="430"/>
          <ac:picMkLst>
            <pc:docMk/>
            <pc:sldMk cId="2563463970" sldId="256"/>
            <ac:picMk id="17" creationId="{62B20170-B875-4D57-28E5-AAD22604DDC9}"/>
          </ac:picMkLst>
        </pc:picChg>
        <pc:picChg chg="add del mod">
          <ac:chgData name="Benoît Scalais" userId="S::benoit.scalais@belgiantrain.be::613da907-2e15-415f-94bc-d73c5f8eeb17" providerId="AD" clId="Web-{798A2401-D069-5F68-E159-978A7B53904A}" dt="2022-05-25T14:59:56.149" v="61"/>
          <ac:picMkLst>
            <pc:docMk/>
            <pc:sldMk cId="2563463970" sldId="256"/>
            <ac:picMk id="18" creationId="{FA93013F-3741-71B7-3F85-30908A66C80F}"/>
          </ac:picMkLst>
        </pc:picChg>
        <pc:picChg chg="add del mod">
          <ac:chgData name="Benoît Scalais" userId="S::benoit.scalais@belgiantrain.be::613da907-2e15-415f-94bc-d73c5f8eeb17" providerId="AD" clId="Web-{798A2401-D069-5F68-E159-978A7B53904A}" dt="2022-05-25T15:00:58.416" v="90"/>
          <ac:picMkLst>
            <pc:docMk/>
            <pc:sldMk cId="2563463970" sldId="256"/>
            <ac:picMk id="19" creationId="{F650CBAB-856B-0B61-4DAA-B03CA42E4CA8}"/>
          </ac:picMkLst>
        </pc:picChg>
        <pc:picChg chg="add del mod">
          <ac:chgData name="Benoît Scalais" userId="S::benoit.scalais@belgiantrain.be::613da907-2e15-415f-94bc-d73c5f8eeb17" providerId="AD" clId="Web-{798A2401-D069-5F68-E159-978A7B53904A}" dt="2022-05-25T14:59:56.149" v="60"/>
          <ac:picMkLst>
            <pc:docMk/>
            <pc:sldMk cId="2563463970" sldId="256"/>
            <ac:picMk id="20" creationId="{3B078C02-6618-3E24-4FA7-7363B20D1D7A}"/>
          </ac:picMkLst>
        </pc:picChg>
        <pc:picChg chg="add del mod">
          <ac:chgData name="Benoît Scalais" userId="S::benoit.scalais@belgiantrain.be::613da907-2e15-415f-94bc-d73c5f8eeb17" providerId="AD" clId="Web-{798A2401-D069-5F68-E159-978A7B53904A}" dt="2022-05-25T15:43:20.079" v="506"/>
          <ac:picMkLst>
            <pc:docMk/>
            <pc:sldMk cId="2563463970" sldId="256"/>
            <ac:picMk id="21" creationId="{B43140FA-6AD3-00B2-6323-1D1AB3C8E1C2}"/>
          </ac:picMkLst>
        </pc:picChg>
        <pc:picChg chg="add del mod">
          <ac:chgData name="Benoît Scalais" userId="S::benoit.scalais@belgiantrain.be::613da907-2e15-415f-94bc-d73c5f8eeb17" providerId="AD" clId="Web-{798A2401-D069-5F68-E159-978A7B53904A}" dt="2022-05-25T15:00:58.416" v="89"/>
          <ac:picMkLst>
            <pc:docMk/>
            <pc:sldMk cId="2563463970" sldId="256"/>
            <ac:picMk id="22" creationId="{0D5CAB25-B4CF-C068-1751-4819B570A4BB}"/>
          </ac:picMkLst>
        </pc:picChg>
        <pc:picChg chg="add del mod">
          <ac:chgData name="Benoît Scalais" userId="S::benoit.scalais@belgiantrain.be::613da907-2e15-415f-94bc-d73c5f8eeb17" providerId="AD" clId="Web-{798A2401-D069-5F68-E159-978A7B53904A}" dt="2022-05-25T14:59:56.149" v="59"/>
          <ac:picMkLst>
            <pc:docMk/>
            <pc:sldMk cId="2563463970" sldId="256"/>
            <ac:picMk id="23" creationId="{AEF404B1-EBAE-727C-D9A5-885DE57D1435}"/>
          </ac:picMkLst>
        </pc:picChg>
        <pc:picChg chg="add del mod">
          <ac:chgData name="Benoît Scalais" userId="S::benoit.scalais@belgiantrain.be::613da907-2e15-415f-94bc-d73c5f8eeb17" providerId="AD" clId="Web-{798A2401-D069-5F68-E159-978A7B53904A}" dt="2022-05-25T14:59:56.149" v="58"/>
          <ac:picMkLst>
            <pc:docMk/>
            <pc:sldMk cId="2563463970" sldId="256"/>
            <ac:picMk id="24" creationId="{D5650021-B1A5-1AD2-C34E-06F7EB354A51}"/>
          </ac:picMkLst>
        </pc:picChg>
        <pc:picChg chg="add del mod">
          <ac:chgData name="Benoît Scalais" userId="S::benoit.scalais@belgiantrain.be::613da907-2e15-415f-94bc-d73c5f8eeb17" providerId="AD" clId="Web-{798A2401-D069-5F68-E159-978A7B53904A}" dt="2022-05-25T14:59:56.149" v="57"/>
          <ac:picMkLst>
            <pc:docMk/>
            <pc:sldMk cId="2563463970" sldId="256"/>
            <ac:picMk id="25" creationId="{97FD0887-343C-3C74-C0A0-F0D98BAC9890}"/>
          </ac:picMkLst>
        </pc:picChg>
        <pc:picChg chg="add del mod">
          <ac:chgData name="Benoît Scalais" userId="S::benoit.scalais@belgiantrain.be::613da907-2e15-415f-94bc-d73c5f8eeb17" providerId="AD" clId="Web-{798A2401-D069-5F68-E159-978A7B53904A}" dt="2022-05-25T15:18:34.120" v="400"/>
          <ac:picMkLst>
            <pc:docMk/>
            <pc:sldMk cId="2563463970" sldId="256"/>
            <ac:picMk id="26" creationId="{8AD0F44F-9443-98E0-9186-5F9DF16161C1}"/>
          </ac:picMkLst>
        </pc:picChg>
        <pc:picChg chg="add del mod">
          <ac:chgData name="Benoît Scalais" userId="S::benoit.scalais@belgiantrain.be::613da907-2e15-415f-94bc-d73c5f8eeb17" providerId="AD" clId="Web-{798A2401-D069-5F68-E159-978A7B53904A}" dt="2022-05-25T15:00:58.416" v="88"/>
          <ac:picMkLst>
            <pc:docMk/>
            <pc:sldMk cId="2563463970" sldId="256"/>
            <ac:picMk id="27" creationId="{E1C6644C-C82D-26C6-F72E-C6B07A5BF6C5}"/>
          </ac:picMkLst>
        </pc:picChg>
        <pc:picChg chg="add del mod">
          <ac:chgData name="Benoît Scalais" userId="S::benoit.scalais@belgiantrain.be::613da907-2e15-415f-94bc-d73c5f8eeb17" providerId="AD" clId="Web-{798A2401-D069-5F68-E159-978A7B53904A}" dt="2022-05-25T14:59:56.149" v="56"/>
          <ac:picMkLst>
            <pc:docMk/>
            <pc:sldMk cId="2563463970" sldId="256"/>
            <ac:picMk id="28" creationId="{4154A492-77A1-84DA-56BD-5E3FF6D5DE4C}"/>
          </ac:picMkLst>
        </pc:picChg>
        <pc:picChg chg="add del mod">
          <ac:chgData name="Benoît Scalais" userId="S::benoit.scalais@belgiantrain.be::613da907-2e15-415f-94bc-d73c5f8eeb17" providerId="AD" clId="Web-{798A2401-D069-5F68-E159-978A7B53904A}" dt="2022-05-25T14:59:56.149" v="55"/>
          <ac:picMkLst>
            <pc:docMk/>
            <pc:sldMk cId="2563463970" sldId="256"/>
            <ac:picMk id="29" creationId="{FEC70868-7DE0-74C1-2375-74C57800CCE6}"/>
          </ac:picMkLst>
        </pc:picChg>
        <pc:picChg chg="add del mod">
          <ac:chgData name="Benoît Scalais" userId="S::benoit.scalais@belgiantrain.be::613da907-2e15-415f-94bc-d73c5f8eeb17" providerId="AD" clId="Web-{798A2401-D069-5F68-E159-978A7B53904A}" dt="2022-05-25T15:10:45.472" v="230"/>
          <ac:picMkLst>
            <pc:docMk/>
            <pc:sldMk cId="2563463970" sldId="256"/>
            <ac:picMk id="30" creationId="{CC0ED357-5DBE-BBB3-5700-8966365CDC25}"/>
          </ac:picMkLst>
        </pc:picChg>
        <pc:picChg chg="add del mod">
          <ac:chgData name="Benoît Scalais" userId="S::benoit.scalais@belgiantrain.be::613da907-2e15-415f-94bc-d73c5f8eeb17" providerId="AD" clId="Web-{798A2401-D069-5F68-E159-978A7B53904A}" dt="2022-05-25T15:00:58.416" v="87"/>
          <ac:picMkLst>
            <pc:docMk/>
            <pc:sldMk cId="2563463970" sldId="256"/>
            <ac:picMk id="31" creationId="{A96ADA31-1F1D-6C6F-4170-728F79641DE3}"/>
          </ac:picMkLst>
        </pc:picChg>
        <pc:picChg chg="add del mod">
          <ac:chgData name="Benoît Scalais" userId="S::benoit.scalais@belgiantrain.be::613da907-2e15-415f-94bc-d73c5f8eeb17" providerId="AD" clId="Web-{798A2401-D069-5F68-E159-978A7B53904A}" dt="2022-05-25T15:00:58.416" v="86"/>
          <ac:picMkLst>
            <pc:docMk/>
            <pc:sldMk cId="2563463970" sldId="256"/>
            <ac:picMk id="32" creationId="{CD507E46-403A-C2A5-9765-53AD14CCF216}"/>
          </ac:picMkLst>
        </pc:picChg>
        <pc:picChg chg="add del mod">
          <ac:chgData name="Benoît Scalais" userId="S::benoit.scalais@belgiantrain.be::613da907-2e15-415f-94bc-d73c5f8eeb17" providerId="AD" clId="Web-{798A2401-D069-5F68-E159-978A7B53904A}" dt="2022-05-25T15:00:58.416" v="85"/>
          <ac:picMkLst>
            <pc:docMk/>
            <pc:sldMk cId="2563463970" sldId="256"/>
            <ac:picMk id="33" creationId="{D8861966-494C-57E3-3E47-153C1A85C311}"/>
          </ac:picMkLst>
        </pc:picChg>
        <pc:picChg chg="add del mod">
          <ac:chgData name="Benoît Scalais" userId="S::benoit.scalais@belgiantrain.be::613da907-2e15-415f-94bc-d73c5f8eeb17" providerId="AD" clId="Web-{798A2401-D069-5F68-E159-978A7B53904A}" dt="2022-05-25T15:03:24.731" v="134"/>
          <ac:picMkLst>
            <pc:docMk/>
            <pc:sldMk cId="2563463970" sldId="256"/>
            <ac:picMk id="34" creationId="{051D4FCE-7CA1-2F47-6146-65A8B8671F6E}"/>
          </ac:picMkLst>
        </pc:picChg>
        <pc:inkChg chg="add">
          <ac:chgData name="Benoît Scalais" userId="S::benoit.scalais@belgiantrain.be::613da907-2e15-415f-94bc-d73c5f8eeb17" providerId="AD" clId="Web-{798A2401-D069-5F68-E159-978A7B53904A}" dt="2022-05-25T16:20:09.708" v="1426"/>
          <ac:inkMkLst>
            <pc:docMk/>
            <pc:sldMk cId="2563463970" sldId="256"/>
            <ac:inkMk id="7" creationId="{6BAEE92D-E708-953F-A92F-81CF4D40FDCD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0:13.630" v="1427"/>
          <ac:inkMkLst>
            <pc:docMk/>
            <pc:sldMk cId="2563463970" sldId="256"/>
            <ac:inkMk id="10" creationId="{DE0D93B3-C32B-0A5C-9759-9BDE666A494D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0:15.458" v="1428"/>
          <ac:inkMkLst>
            <pc:docMk/>
            <pc:sldMk cId="2563463970" sldId="256"/>
            <ac:inkMk id="11" creationId="{CFF6DCB3-79D1-AED0-6E04-1887B7EA43CE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0:17.146" v="1429"/>
          <ac:inkMkLst>
            <pc:docMk/>
            <pc:sldMk cId="2563463970" sldId="256"/>
            <ac:inkMk id="12" creationId="{52A9DE27-F5A9-2875-49BB-71A679E82DB8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0:17.162" v="1430"/>
          <ac:inkMkLst>
            <pc:docMk/>
            <pc:sldMk cId="2563463970" sldId="256"/>
            <ac:inkMk id="13" creationId="{1B826BC9-2CE8-17B3-8FFF-01C47F0C07A7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2:16.274" v="1491"/>
          <ac:inkMkLst>
            <pc:docMk/>
            <pc:sldMk cId="2563463970" sldId="256"/>
            <ac:inkMk id="15" creationId="{42CEDC7A-1291-5317-0FB6-24A3A50F8C08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2:19.008" v="1492"/>
          <ac:inkMkLst>
            <pc:docMk/>
            <pc:sldMk cId="2563463970" sldId="256"/>
            <ac:inkMk id="16" creationId="{ECDAA160-08FE-0797-D592-79E2DD95F88A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2:19.008" v="1493"/>
          <ac:inkMkLst>
            <pc:docMk/>
            <pc:sldMk cId="2563463970" sldId="256"/>
            <ac:inkMk id="17" creationId="{E5A2E0BF-B97B-FCFD-E0C8-5D63012194A7}"/>
          </ac:inkMkLst>
        </pc:inkChg>
      </pc:sldChg>
      <pc:sldChg chg="addSp modSp ord">
        <pc:chgData name="Benoît Scalais" userId="S::benoit.scalais@belgiantrain.be::613da907-2e15-415f-94bc-d73c5f8eeb17" providerId="AD" clId="Web-{798A2401-D069-5F68-E159-978A7B53904A}" dt="2022-05-25T16:24:00.448" v="1501" actId="20577"/>
        <pc:sldMkLst>
          <pc:docMk/>
          <pc:sldMk cId="915092791" sldId="257"/>
        </pc:sldMkLst>
        <pc:spChg chg="add mod">
          <ac:chgData name="Benoît Scalais" userId="S::benoit.scalais@belgiantrain.be::613da907-2e15-415f-94bc-d73c5f8eeb17" providerId="AD" clId="Web-{798A2401-D069-5F68-E159-978A7B53904A}" dt="2022-05-25T16:24:00.448" v="1501" actId="20577"/>
          <ac:spMkLst>
            <pc:docMk/>
            <pc:sldMk cId="915092791" sldId="257"/>
            <ac:spMk id="3" creationId="{4159ADF4-7EF5-4451-F822-48267CDD79A6}"/>
          </ac:spMkLst>
        </pc:spChg>
        <pc:picChg chg="add mod">
          <ac:chgData name="Benoît Scalais" userId="S::benoit.scalais@belgiantrain.be::613da907-2e15-415f-94bc-d73c5f8eeb17" providerId="AD" clId="Web-{798A2401-D069-5F68-E159-978A7B53904A}" dt="2022-05-25T15:04:23.169" v="157" actId="14100"/>
          <ac:picMkLst>
            <pc:docMk/>
            <pc:sldMk cId="915092791" sldId="257"/>
            <ac:picMk id="2" creationId="{E757279B-28EE-24DE-FE36-661909472B43}"/>
          </ac:picMkLst>
        </pc:picChg>
        <pc:picChg chg="add mod">
          <ac:chgData name="Benoît Scalais" userId="S::benoit.scalais@belgiantrain.be::613da907-2e15-415f-94bc-d73c5f8eeb17" providerId="AD" clId="Web-{798A2401-D069-5F68-E159-978A7B53904A}" dt="2022-05-25T15:07:19.391" v="190" actId="1076"/>
          <ac:picMkLst>
            <pc:docMk/>
            <pc:sldMk cId="915092791" sldId="257"/>
            <ac:picMk id="4" creationId="{45641A59-1E7C-14E8-11AB-764BED6BF3EF}"/>
          </ac:picMkLst>
        </pc:picChg>
      </pc:sldChg>
      <pc:sldChg chg="addSp delSp modSp del">
        <pc:chgData name="Benoît Scalais" userId="S::benoit.scalais@belgiantrain.be::613da907-2e15-415f-94bc-d73c5f8eeb17" providerId="AD" clId="Web-{798A2401-D069-5F68-E159-978A7B53904A}" dt="2022-05-25T16:22:34.852" v="1495"/>
        <pc:sldMkLst>
          <pc:docMk/>
          <pc:sldMk cId="646356160" sldId="258"/>
        </pc:sldMkLst>
        <pc:picChg chg="add del mod">
          <ac:chgData name="Benoît Scalais" userId="S::benoit.scalais@belgiantrain.be::613da907-2e15-415f-94bc-d73c5f8eeb17" providerId="AD" clId="Web-{798A2401-D069-5F68-E159-978A7B53904A}" dt="2022-05-25T15:46:26.474" v="587"/>
          <ac:picMkLst>
            <pc:docMk/>
            <pc:sldMk cId="646356160" sldId="258"/>
            <ac:picMk id="2" creationId="{50331571-ECDF-9DB0-0C58-976E933D1504}"/>
          </ac:picMkLst>
        </pc:picChg>
        <pc:picChg chg="add del mod">
          <ac:chgData name="Benoît Scalais" userId="S::benoit.scalais@belgiantrain.be::613da907-2e15-415f-94bc-d73c5f8eeb17" providerId="AD" clId="Web-{798A2401-D069-5F68-E159-978A7B53904A}" dt="2022-05-25T15:54:27.751" v="794"/>
          <ac:picMkLst>
            <pc:docMk/>
            <pc:sldMk cId="646356160" sldId="258"/>
            <ac:picMk id="3" creationId="{B7B52BE6-662F-5F81-60F4-3FFA556E6C2E}"/>
          </ac:picMkLst>
        </pc:picChg>
        <pc:picChg chg="add del mod">
          <ac:chgData name="Benoît Scalais" userId="S::benoit.scalais@belgiantrain.be::613da907-2e15-415f-94bc-d73c5f8eeb17" providerId="AD" clId="Web-{798A2401-D069-5F68-E159-978A7B53904A}" dt="2022-05-25T15:59:32.102" v="943"/>
          <ac:picMkLst>
            <pc:docMk/>
            <pc:sldMk cId="646356160" sldId="258"/>
            <ac:picMk id="4" creationId="{94741328-EECA-3C56-84FC-95D5B92F6FAD}"/>
          </ac:picMkLst>
        </pc:picChg>
        <pc:picChg chg="add del mod">
          <ac:chgData name="Benoît Scalais" userId="S::benoit.scalais@belgiantrain.be::613da907-2e15-415f-94bc-d73c5f8eeb17" providerId="AD" clId="Web-{798A2401-D069-5F68-E159-978A7B53904A}" dt="2022-05-25T15:58:05.178" v="920"/>
          <ac:picMkLst>
            <pc:docMk/>
            <pc:sldMk cId="646356160" sldId="258"/>
            <ac:picMk id="5" creationId="{B61D2447-488C-1063-0325-D59D9368E4AF}"/>
          </ac:picMkLst>
        </pc:picChg>
        <pc:picChg chg="add del mod">
          <ac:chgData name="Benoît Scalais" userId="S::benoit.scalais@belgiantrain.be::613da907-2e15-415f-94bc-d73c5f8eeb17" providerId="AD" clId="Web-{798A2401-D069-5F68-E159-978A7B53904A}" dt="2022-05-25T15:59:10.367" v="938"/>
          <ac:picMkLst>
            <pc:docMk/>
            <pc:sldMk cId="646356160" sldId="258"/>
            <ac:picMk id="6" creationId="{7DBE23A9-D62B-3AE3-915D-E2D87FA02D83}"/>
          </ac:picMkLst>
        </pc:picChg>
        <pc:picChg chg="add del mod">
          <ac:chgData name="Benoît Scalais" userId="S::benoit.scalais@belgiantrain.be::613da907-2e15-415f-94bc-d73c5f8eeb17" providerId="AD" clId="Web-{798A2401-D069-5F68-E159-978A7B53904A}" dt="2022-05-25T15:49:40.979" v="652"/>
          <ac:picMkLst>
            <pc:docMk/>
            <pc:sldMk cId="646356160" sldId="258"/>
            <ac:picMk id="7" creationId="{82E168E0-6BE2-BFD7-9E18-410D8F26EAF4}"/>
          </ac:picMkLst>
        </pc:picChg>
        <pc:picChg chg="add del mod">
          <ac:chgData name="Benoît Scalais" userId="S::benoit.scalais@belgiantrain.be::613da907-2e15-415f-94bc-d73c5f8eeb17" providerId="AD" clId="Web-{798A2401-D069-5F68-E159-978A7B53904A}" dt="2022-05-25T15:52:00.185" v="727"/>
          <ac:picMkLst>
            <pc:docMk/>
            <pc:sldMk cId="646356160" sldId="258"/>
            <ac:picMk id="8" creationId="{2A272B02-CEB8-FB5E-8883-636F5A7E1A26}"/>
          </ac:picMkLst>
        </pc:picChg>
        <pc:picChg chg="add del mod">
          <ac:chgData name="Benoît Scalais" userId="S::benoit.scalais@belgiantrain.be::613da907-2e15-415f-94bc-d73c5f8eeb17" providerId="AD" clId="Web-{798A2401-D069-5F68-E159-978A7B53904A}" dt="2022-05-25T15:52:41.467" v="736"/>
          <ac:picMkLst>
            <pc:docMk/>
            <pc:sldMk cId="646356160" sldId="258"/>
            <ac:picMk id="9" creationId="{6DA00CFC-F31F-BB42-9A16-6CAE5DDD6E5E}"/>
          </ac:picMkLst>
        </pc:picChg>
      </pc:sldChg>
      <pc:sldChg chg="addSp delSp modSp del">
        <pc:chgData name="Benoît Scalais" userId="S::benoit.scalais@belgiantrain.be::613da907-2e15-415f-94bc-d73c5f8eeb17" providerId="AD" clId="Web-{798A2401-D069-5F68-E159-978A7B53904A}" dt="2022-05-25T16:22:35.165" v="1496"/>
        <pc:sldMkLst>
          <pc:docMk/>
          <pc:sldMk cId="1350414803" sldId="259"/>
        </pc:sldMkLst>
        <pc:picChg chg="add del mod">
          <ac:chgData name="Benoît Scalais" userId="S::benoit.scalais@belgiantrain.be::613da907-2e15-415f-94bc-d73c5f8eeb17" providerId="AD" clId="Web-{798A2401-D069-5F68-E159-978A7B53904A}" dt="2022-05-25T16:09:50.288" v="1260"/>
          <ac:picMkLst>
            <pc:docMk/>
            <pc:sldMk cId="1350414803" sldId="259"/>
            <ac:picMk id="2" creationId="{93E4210D-E9D1-FB99-177E-FA3B7B2D8501}"/>
          </ac:picMkLst>
        </pc:picChg>
        <pc:picChg chg="add del mod">
          <ac:chgData name="Benoît Scalais" userId="S::benoit.scalais@belgiantrain.be::613da907-2e15-415f-94bc-d73c5f8eeb17" providerId="AD" clId="Web-{798A2401-D069-5F68-E159-978A7B53904A}" dt="2022-05-25T16:08:21.223" v="1236"/>
          <ac:picMkLst>
            <pc:docMk/>
            <pc:sldMk cId="1350414803" sldId="259"/>
            <ac:picMk id="3" creationId="{4B6FF723-C1A5-3585-9524-644CE04C03D3}"/>
          </ac:picMkLst>
        </pc:picChg>
        <pc:picChg chg="add del mod">
          <ac:chgData name="Benoît Scalais" userId="S::benoit.scalais@belgiantrain.be::613da907-2e15-415f-94bc-d73c5f8eeb17" providerId="AD" clId="Web-{798A2401-D069-5F68-E159-978A7B53904A}" dt="2022-05-25T16:12:38.510" v="1264"/>
          <ac:picMkLst>
            <pc:docMk/>
            <pc:sldMk cId="1350414803" sldId="259"/>
            <ac:picMk id="4" creationId="{B906A164-1358-746E-88AB-5BDD0879F6FC}"/>
          </ac:picMkLst>
        </pc:picChg>
        <pc:picChg chg="add del mod">
          <ac:chgData name="Benoît Scalais" userId="S::benoit.scalais@belgiantrain.be::613da907-2e15-415f-94bc-d73c5f8eeb17" providerId="AD" clId="Web-{798A2401-D069-5F68-E159-978A7B53904A}" dt="2022-05-25T16:15:07.514" v="1302"/>
          <ac:picMkLst>
            <pc:docMk/>
            <pc:sldMk cId="1350414803" sldId="259"/>
            <ac:picMk id="5" creationId="{E9E138F2-D497-86F4-2BD9-D126EB276B07}"/>
          </ac:picMkLst>
        </pc:picChg>
        <pc:picChg chg="add del mod">
          <ac:chgData name="Benoît Scalais" userId="S::benoit.scalais@belgiantrain.be::613da907-2e15-415f-94bc-d73c5f8eeb17" providerId="AD" clId="Web-{798A2401-D069-5F68-E159-978A7B53904A}" dt="2022-05-25T15:47:18.132" v="612"/>
          <ac:picMkLst>
            <pc:docMk/>
            <pc:sldMk cId="1350414803" sldId="259"/>
            <ac:picMk id="6" creationId="{E049B88D-C12D-FD12-1706-BF7C86D1893A}"/>
          </ac:picMkLst>
        </pc:picChg>
        <pc:picChg chg="add del mod">
          <ac:chgData name="Benoît Scalais" userId="S::benoit.scalais@belgiantrain.be::613da907-2e15-415f-94bc-d73c5f8eeb17" providerId="AD" clId="Web-{798A2401-D069-5F68-E159-978A7B53904A}" dt="2022-05-25T16:02:24.512" v="1051"/>
          <ac:picMkLst>
            <pc:docMk/>
            <pc:sldMk cId="1350414803" sldId="259"/>
            <ac:picMk id="7" creationId="{CA86AC14-3455-44E3-96B6-DD5C64DCB2B8}"/>
          </ac:picMkLst>
        </pc:picChg>
        <pc:picChg chg="add del mod">
          <ac:chgData name="Benoît Scalais" userId="S::benoit.scalais@belgiantrain.be::613da907-2e15-415f-94bc-d73c5f8eeb17" providerId="AD" clId="Web-{798A2401-D069-5F68-E159-978A7B53904A}" dt="2022-05-25T16:05:44.376" v="1109"/>
          <ac:picMkLst>
            <pc:docMk/>
            <pc:sldMk cId="1350414803" sldId="259"/>
            <ac:picMk id="8" creationId="{D3F6EB99-77B2-26FD-8035-9F9C309B76AE}"/>
          </ac:picMkLst>
        </pc:picChg>
        <pc:picChg chg="add del mod">
          <ac:chgData name="Benoît Scalais" userId="S::benoit.scalais@belgiantrain.be::613da907-2e15-415f-94bc-d73c5f8eeb17" providerId="AD" clId="Web-{798A2401-D069-5F68-E159-978A7B53904A}" dt="2022-05-25T15:01:26.510" v="115"/>
          <ac:picMkLst>
            <pc:docMk/>
            <pc:sldMk cId="1350414803" sldId="259"/>
            <ac:picMk id="9" creationId="{A8F49010-5560-ADFE-DB8D-A70D575A5603}"/>
          </ac:picMkLst>
        </pc:picChg>
        <pc:picChg chg="add del mod">
          <ac:chgData name="Benoît Scalais" userId="S::benoit.scalais@belgiantrain.be::613da907-2e15-415f-94bc-d73c5f8eeb17" providerId="AD" clId="Web-{798A2401-D069-5F68-E159-978A7B53904A}" dt="2022-05-25T15:59:47.540" v="946"/>
          <ac:picMkLst>
            <pc:docMk/>
            <pc:sldMk cId="1350414803" sldId="259"/>
            <ac:picMk id="10" creationId="{4505871D-F552-D758-527B-F65E91C57B9B}"/>
          </ac:picMkLst>
        </pc:picChg>
        <pc:picChg chg="add del mod">
          <ac:chgData name="Benoît Scalais" userId="S::benoit.scalais@belgiantrain.be::613da907-2e15-415f-94bc-d73c5f8eeb17" providerId="AD" clId="Web-{798A2401-D069-5F68-E159-978A7B53904A}" dt="2022-05-25T16:06:01.298" v="1112"/>
          <ac:picMkLst>
            <pc:docMk/>
            <pc:sldMk cId="1350414803" sldId="259"/>
            <ac:picMk id="11" creationId="{8274C298-3D36-759F-3359-645B89229E4B}"/>
          </ac:picMkLst>
        </pc:picChg>
        <pc:picChg chg="add del mod">
          <ac:chgData name="Benoît Scalais" userId="S::benoit.scalais@belgiantrain.be::613da907-2e15-415f-94bc-d73c5f8eeb17" providerId="AD" clId="Web-{798A2401-D069-5F68-E159-978A7B53904A}" dt="2022-05-25T16:13:11.417" v="1267"/>
          <ac:picMkLst>
            <pc:docMk/>
            <pc:sldMk cId="1350414803" sldId="259"/>
            <ac:picMk id="12" creationId="{AA9B1EA0-E726-73DB-A425-AB264608E881}"/>
          </ac:picMkLst>
        </pc:picChg>
        <pc:picChg chg="add del mod">
          <ac:chgData name="Benoît Scalais" userId="S::benoit.scalais@belgiantrain.be::613da907-2e15-415f-94bc-d73c5f8eeb17" providerId="AD" clId="Web-{798A2401-D069-5F68-E159-978A7B53904A}" dt="2022-05-25T16:15:34.733" v="1307"/>
          <ac:picMkLst>
            <pc:docMk/>
            <pc:sldMk cId="1350414803" sldId="259"/>
            <ac:picMk id="13" creationId="{C3638965-2AE3-CB85-3902-6AF201A80526}"/>
          </ac:picMkLst>
        </pc:picChg>
      </pc:sldChg>
      <pc:sldChg chg="addSp modSp">
        <pc:chgData name="Benoît Scalais" userId="S::benoit.scalais@belgiantrain.be::613da907-2e15-415f-94bc-d73c5f8eeb17" providerId="AD" clId="Web-{798A2401-D069-5F68-E159-978A7B53904A}" dt="2022-05-25T15:18:14.698" v="399"/>
        <pc:sldMkLst>
          <pc:docMk/>
          <pc:sldMk cId="4133403757" sldId="260"/>
        </pc:sldMkLst>
        <pc:spChg chg="add mod">
          <ac:chgData name="Benoît Scalais" userId="S::benoit.scalais@belgiantrain.be::613da907-2e15-415f-94bc-d73c5f8eeb17" providerId="AD" clId="Web-{798A2401-D069-5F68-E159-978A7B53904A}" dt="2022-05-25T15:04:06.872" v="155" actId="1076"/>
          <ac:spMkLst>
            <pc:docMk/>
            <pc:sldMk cId="4133403757" sldId="260"/>
            <ac:spMk id="3" creationId="{E2F9508D-2A09-7FAF-1184-096F0237078F}"/>
          </ac:spMkLst>
        </pc:spChg>
        <pc:picChg chg="add mod">
          <ac:chgData name="Benoît Scalais" userId="S::benoit.scalais@belgiantrain.be::613da907-2e15-415f-94bc-d73c5f8eeb17" providerId="AD" clId="Web-{798A2401-D069-5F68-E159-978A7B53904A}" dt="2022-05-25T15:03:32.340" v="137" actId="14100"/>
          <ac:picMkLst>
            <pc:docMk/>
            <pc:sldMk cId="4133403757" sldId="260"/>
            <ac:picMk id="2" creationId="{89498A29-343B-95B1-7B8B-C5638405EB38}"/>
          </ac:picMkLst>
        </pc:picChg>
        <pc:inkChg chg="add">
          <ac:chgData name="Benoît Scalais" userId="S::benoit.scalais@belgiantrain.be::613da907-2e15-415f-94bc-d73c5f8eeb17" providerId="AD" clId="Web-{798A2401-D069-5F68-E159-978A7B53904A}" dt="2022-05-25T15:18:13.620" v="398"/>
          <ac:inkMkLst>
            <pc:docMk/>
            <pc:sldMk cId="4133403757" sldId="260"/>
            <ac:inkMk id="4" creationId="{1F64D5E5-C60D-E8B8-7BCC-9574EA396B2D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18:14.698" v="399"/>
          <ac:inkMkLst>
            <pc:docMk/>
            <pc:sldMk cId="4133403757" sldId="260"/>
            <ac:inkMk id="5" creationId="{29DE5E9B-4397-39EE-9D00-4EE0888C3A78}"/>
          </ac:inkMkLst>
        </pc:inkChg>
      </pc:sldChg>
      <pc:sldChg chg="addSp modSp">
        <pc:chgData name="Benoît Scalais" userId="S::benoit.scalais@belgiantrain.be::613da907-2e15-415f-94bc-d73c5f8eeb17" providerId="AD" clId="Web-{798A2401-D069-5F68-E159-978A7B53904A}" dt="2022-05-25T15:10:27.081" v="229"/>
        <pc:sldMkLst>
          <pc:docMk/>
          <pc:sldMk cId="3395592402" sldId="261"/>
        </pc:sldMkLst>
        <pc:spChg chg="add mod">
          <ac:chgData name="Benoît Scalais" userId="S::benoit.scalais@belgiantrain.be::613da907-2e15-415f-94bc-d73c5f8eeb17" providerId="AD" clId="Web-{798A2401-D069-5F68-E159-978A7B53904A}" dt="2022-05-25T15:08:31.329" v="218" actId="1076"/>
          <ac:spMkLst>
            <pc:docMk/>
            <pc:sldMk cId="3395592402" sldId="261"/>
            <ac:spMk id="3" creationId="{57C8FF98-73A6-EB6F-06C0-247DEBA98DFB}"/>
          </ac:spMkLst>
        </pc:spChg>
        <pc:picChg chg="add mod">
          <ac:chgData name="Benoît Scalais" userId="S::benoit.scalais@belgiantrain.be::613da907-2e15-415f-94bc-d73c5f8eeb17" providerId="AD" clId="Web-{798A2401-D069-5F68-E159-978A7B53904A}" dt="2022-05-25T15:07:56.798" v="195" actId="14100"/>
          <ac:picMkLst>
            <pc:docMk/>
            <pc:sldMk cId="3395592402" sldId="261"/>
            <ac:picMk id="2" creationId="{73C024A9-BB74-91E0-8078-4F241B03B019}"/>
          </ac:picMkLst>
        </pc:picChg>
        <pc:picChg chg="add mod modCrop">
          <ac:chgData name="Benoît Scalais" userId="S::benoit.scalais@belgiantrain.be::613da907-2e15-415f-94bc-d73c5f8eeb17" providerId="AD" clId="Web-{798A2401-D069-5F68-E159-978A7B53904A}" dt="2022-05-25T15:10:27.081" v="229"/>
          <ac:picMkLst>
            <pc:docMk/>
            <pc:sldMk cId="3395592402" sldId="261"/>
            <ac:picMk id="4" creationId="{42934539-2578-6491-C02E-6E195DFA5104}"/>
          </ac:picMkLst>
        </pc:picChg>
      </pc:sldChg>
      <pc:sldChg chg="addSp modSp ord">
        <pc:chgData name="Benoît Scalais" userId="S::benoit.scalais@belgiantrain.be::613da907-2e15-415f-94bc-d73c5f8eeb17" providerId="AD" clId="Web-{798A2401-D069-5F68-E159-978A7B53904A}" dt="2022-05-25T16:24:19.933" v="1502"/>
        <pc:sldMkLst>
          <pc:docMk/>
          <pc:sldMk cId="3364153143" sldId="262"/>
        </pc:sldMkLst>
        <pc:spChg chg="add mod">
          <ac:chgData name="Benoît Scalais" userId="S::benoit.scalais@belgiantrain.be::613da907-2e15-415f-94bc-d73c5f8eeb17" providerId="AD" clId="Web-{798A2401-D069-5F68-E159-978A7B53904A}" dt="2022-05-25T15:11:16.176" v="243" actId="1076"/>
          <ac:spMkLst>
            <pc:docMk/>
            <pc:sldMk cId="3364153143" sldId="262"/>
            <ac:spMk id="3" creationId="{BC20329E-C0DC-2EEE-FA5A-5B04C379DBA9}"/>
          </ac:spMkLst>
        </pc:spChg>
        <pc:picChg chg="add mod">
          <ac:chgData name="Benoît Scalais" userId="S::benoit.scalais@belgiantrain.be::613da907-2e15-415f-94bc-d73c5f8eeb17" providerId="AD" clId="Web-{798A2401-D069-5F68-E159-978A7B53904A}" dt="2022-05-25T15:11:19.020" v="244" actId="14100"/>
          <ac:picMkLst>
            <pc:docMk/>
            <pc:sldMk cId="3364153143" sldId="262"/>
            <ac:picMk id="2" creationId="{4B382D25-DCC0-1628-CA45-9DFAFA5B1F95}"/>
          </ac:picMkLst>
        </pc:picChg>
        <pc:picChg chg="add mod">
          <ac:chgData name="Benoît Scalais" userId="S::benoit.scalais@belgiantrain.be::613da907-2e15-415f-94bc-d73c5f8eeb17" providerId="AD" clId="Web-{798A2401-D069-5F68-E159-978A7B53904A}" dt="2022-05-25T15:11:59.395" v="247" actId="1076"/>
          <ac:picMkLst>
            <pc:docMk/>
            <pc:sldMk cId="3364153143" sldId="262"/>
            <ac:picMk id="4" creationId="{560B8AD8-6CD9-6617-FAA7-0592882C39DF}"/>
          </ac:picMkLst>
        </pc:picChg>
        <pc:inkChg chg="add">
          <ac:chgData name="Benoît Scalais" userId="S::benoit.scalais@belgiantrain.be::613da907-2e15-415f-94bc-d73c5f8eeb17" providerId="AD" clId="Web-{798A2401-D069-5F68-E159-978A7B53904A}" dt="2022-05-25T15:12:07.786" v="248"/>
          <ac:inkMkLst>
            <pc:docMk/>
            <pc:sldMk cId="3364153143" sldId="262"/>
            <ac:inkMk id="5" creationId="{55EA3965-C810-5573-2B38-F40EFEC05040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12:07.786" v="249"/>
          <ac:inkMkLst>
            <pc:docMk/>
            <pc:sldMk cId="3364153143" sldId="262"/>
            <ac:inkMk id="6" creationId="{AD7B79A7-D8F7-DDC2-CB7A-63AF56AB3E1F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12:10.630" v="250"/>
          <ac:inkMkLst>
            <pc:docMk/>
            <pc:sldMk cId="3364153143" sldId="262"/>
            <ac:inkMk id="7" creationId="{94C33451-D7B1-EBD4-64FB-28D96E0426AE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12:11.255" v="251"/>
          <ac:inkMkLst>
            <pc:docMk/>
            <pc:sldMk cId="3364153143" sldId="262"/>
            <ac:inkMk id="8" creationId="{6135B08E-5ACE-FF10-CF3A-300226852C75}"/>
          </ac:inkMkLst>
        </pc:inkChg>
      </pc:sldChg>
      <pc:sldChg chg="addSp modSp ord">
        <pc:chgData name="Benoît Scalais" userId="S::benoit.scalais@belgiantrain.be::613da907-2e15-415f-94bc-d73c5f8eeb17" providerId="AD" clId="Web-{798A2401-D069-5F68-E159-978A7B53904A}" dt="2022-05-25T16:24:25.527" v="1503"/>
        <pc:sldMkLst>
          <pc:docMk/>
          <pc:sldMk cId="2916746323" sldId="263"/>
        </pc:sldMkLst>
        <pc:spChg chg="add mod">
          <ac:chgData name="Benoît Scalais" userId="S::benoit.scalais@belgiantrain.be::613da907-2e15-415f-94bc-d73c5f8eeb17" providerId="AD" clId="Web-{798A2401-D069-5F68-E159-978A7B53904A}" dt="2022-05-25T15:12:51.505" v="261" actId="20577"/>
          <ac:spMkLst>
            <pc:docMk/>
            <pc:sldMk cId="2916746323" sldId="263"/>
            <ac:spMk id="4" creationId="{264BD3C7-76AB-2AE9-4B50-B92032969352}"/>
          </ac:spMkLst>
        </pc:spChg>
        <pc:picChg chg="add mod">
          <ac:chgData name="Benoît Scalais" userId="S::benoit.scalais@belgiantrain.be::613da907-2e15-415f-94bc-d73c5f8eeb17" providerId="AD" clId="Web-{798A2401-D069-5F68-E159-978A7B53904A}" dt="2022-05-25T15:12:31.958" v="255" actId="14100"/>
          <ac:picMkLst>
            <pc:docMk/>
            <pc:sldMk cId="2916746323" sldId="263"/>
            <ac:picMk id="2" creationId="{9CEAD3C2-F3CE-73AB-C01F-20FA1061910B}"/>
          </ac:picMkLst>
        </pc:picChg>
        <pc:picChg chg="add mod">
          <ac:chgData name="Benoît Scalais" userId="S::benoit.scalais@belgiantrain.be::613da907-2e15-415f-94bc-d73c5f8eeb17" providerId="AD" clId="Web-{798A2401-D069-5F68-E159-978A7B53904A}" dt="2022-05-25T15:13:34.162" v="263" actId="1076"/>
          <ac:picMkLst>
            <pc:docMk/>
            <pc:sldMk cId="2916746323" sldId="263"/>
            <ac:picMk id="5" creationId="{B85C29FA-8B85-8EDF-8DEC-F2845AC3074A}"/>
          </ac:picMkLst>
        </pc:picChg>
        <pc:inkChg chg="add">
          <ac:chgData name="Benoît Scalais" userId="S::benoit.scalais@belgiantrain.be::613da907-2e15-415f-94bc-d73c5f8eeb17" providerId="AD" clId="Web-{798A2401-D069-5F68-E159-978A7B53904A}" dt="2022-05-25T15:13:41.006" v="264"/>
          <ac:inkMkLst>
            <pc:docMk/>
            <pc:sldMk cId="2916746323" sldId="263"/>
            <ac:inkMk id="6" creationId="{F680BAAD-B909-E254-8815-ADA8FDF3C039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13:43.131" v="265"/>
          <ac:inkMkLst>
            <pc:docMk/>
            <pc:sldMk cId="2916746323" sldId="263"/>
            <ac:inkMk id="7" creationId="{92BAB2C8-7BD8-F63D-246D-F1B5BB87EE77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13:45.506" v="266"/>
          <ac:inkMkLst>
            <pc:docMk/>
            <pc:sldMk cId="2916746323" sldId="263"/>
            <ac:inkMk id="8" creationId="{20241731-D329-70AA-D289-2EE41454F6EC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13:54.678" v="267"/>
          <ac:inkMkLst>
            <pc:docMk/>
            <pc:sldMk cId="2916746323" sldId="263"/>
            <ac:inkMk id="9" creationId="{DF69195B-871B-AB26-3B04-4C4FFBA77603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13:56.335" v="268"/>
          <ac:inkMkLst>
            <pc:docMk/>
            <pc:sldMk cId="2916746323" sldId="263"/>
            <ac:inkMk id="10" creationId="{5D5BEEEA-009A-C65C-4D92-F2668BED91C5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13:57.928" v="269"/>
          <ac:inkMkLst>
            <pc:docMk/>
            <pc:sldMk cId="2916746323" sldId="263"/>
            <ac:inkMk id="11" creationId="{74702603-09A8-E3ED-B9FE-AB30B4898F74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13:57.944" v="270"/>
          <ac:inkMkLst>
            <pc:docMk/>
            <pc:sldMk cId="2916746323" sldId="263"/>
            <ac:inkMk id="12" creationId="{A729C31B-F49F-7CB8-ABE8-96F39E95591E}"/>
          </ac:inkMkLst>
        </pc:inkChg>
      </pc:sldChg>
      <pc:sldChg chg="addSp modSp ord">
        <pc:chgData name="Benoît Scalais" userId="S::benoit.scalais@belgiantrain.be::613da907-2e15-415f-94bc-d73c5f8eeb17" providerId="AD" clId="Web-{798A2401-D069-5F68-E159-978A7B53904A}" dt="2022-05-25T16:24:30.824" v="1504"/>
        <pc:sldMkLst>
          <pc:docMk/>
          <pc:sldMk cId="3707942059" sldId="264"/>
        </pc:sldMkLst>
        <pc:spChg chg="add mod">
          <ac:chgData name="Benoît Scalais" userId="S::benoit.scalais@belgiantrain.be::613da907-2e15-415f-94bc-d73c5f8eeb17" providerId="AD" clId="Web-{798A2401-D069-5F68-E159-978A7B53904A}" dt="2022-05-25T15:15:38.633" v="326" actId="20577"/>
          <ac:spMkLst>
            <pc:docMk/>
            <pc:sldMk cId="3707942059" sldId="264"/>
            <ac:spMk id="3" creationId="{1827D955-03DE-65BF-782B-B49EE069FC7F}"/>
          </ac:spMkLst>
        </pc:spChg>
        <pc:picChg chg="add mod">
          <ac:chgData name="Benoît Scalais" userId="S::benoit.scalais@belgiantrain.be::613da907-2e15-415f-94bc-d73c5f8eeb17" providerId="AD" clId="Web-{798A2401-D069-5F68-E159-978A7B53904A}" dt="2022-05-25T15:14:21.148" v="275" actId="14100"/>
          <ac:picMkLst>
            <pc:docMk/>
            <pc:sldMk cId="3707942059" sldId="264"/>
            <ac:picMk id="2" creationId="{F352EA4A-274C-3104-679D-5C5E9B387292}"/>
          </ac:picMkLst>
        </pc:picChg>
        <pc:inkChg chg="add">
          <ac:chgData name="Benoît Scalais" userId="S::benoit.scalais@belgiantrain.be::613da907-2e15-415f-94bc-d73c5f8eeb17" providerId="AD" clId="Web-{798A2401-D069-5F68-E159-978A7B53904A}" dt="2022-05-25T15:17:58.260" v="390"/>
          <ac:inkMkLst>
            <pc:docMk/>
            <pc:sldMk cId="3707942059" sldId="264"/>
            <ac:inkMk id="4" creationId="{16E61FFB-9E80-704E-7AA7-A79183CBF62F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17:59.635" v="391"/>
          <ac:inkMkLst>
            <pc:docMk/>
            <pc:sldMk cId="3707942059" sldId="264"/>
            <ac:inkMk id="5" creationId="{BC2E358F-C975-1635-53EB-D80B13414606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18:02.839" v="392"/>
          <ac:inkMkLst>
            <pc:docMk/>
            <pc:sldMk cId="3707942059" sldId="264"/>
            <ac:inkMk id="6" creationId="{ADA9A291-718B-27EE-8774-A96390CC422B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18:02.839" v="393"/>
          <ac:inkMkLst>
            <pc:docMk/>
            <pc:sldMk cId="3707942059" sldId="264"/>
            <ac:inkMk id="7" creationId="{5992FD43-8027-8375-A919-B2711BF7044C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18:02.839" v="394"/>
          <ac:inkMkLst>
            <pc:docMk/>
            <pc:sldMk cId="3707942059" sldId="264"/>
            <ac:inkMk id="8" creationId="{BCBC3B43-C24C-E794-B620-8EE1DD7B3C30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18:02.839" v="395"/>
          <ac:inkMkLst>
            <pc:docMk/>
            <pc:sldMk cId="3707942059" sldId="264"/>
            <ac:inkMk id="9" creationId="{FB397ED2-6529-5F54-5EDB-BE763408C2B3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18:02.839" v="396"/>
          <ac:inkMkLst>
            <pc:docMk/>
            <pc:sldMk cId="3707942059" sldId="264"/>
            <ac:inkMk id="10" creationId="{056ADE24-DFB1-D891-E3CD-336A223A0931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18:02.839" v="397"/>
          <ac:inkMkLst>
            <pc:docMk/>
            <pc:sldMk cId="3707942059" sldId="264"/>
            <ac:inkMk id="11" creationId="{5254946D-5514-AB21-4A87-D639550489D6}"/>
          </ac:inkMkLst>
        </pc:inkChg>
      </pc:sldChg>
      <pc:sldChg chg="addSp modSp">
        <pc:chgData name="Benoît Scalais" userId="S::benoit.scalais@belgiantrain.be::613da907-2e15-415f-94bc-d73c5f8eeb17" providerId="AD" clId="Web-{798A2401-D069-5F68-E159-978A7B53904A}" dt="2022-05-25T15:17:48.885" v="389"/>
        <pc:sldMkLst>
          <pc:docMk/>
          <pc:sldMk cId="2410663542" sldId="265"/>
        </pc:sldMkLst>
        <pc:spChg chg="add mod">
          <ac:chgData name="Benoît Scalais" userId="S::benoit.scalais@belgiantrain.be::613da907-2e15-415f-94bc-d73c5f8eeb17" providerId="AD" clId="Web-{798A2401-D069-5F68-E159-978A7B53904A}" dt="2022-05-25T15:17:36.885" v="385" actId="20577"/>
          <ac:spMkLst>
            <pc:docMk/>
            <pc:sldMk cId="2410663542" sldId="265"/>
            <ac:spMk id="4" creationId="{EFABDC8C-D54C-2498-402B-4E2EF110269C}"/>
          </ac:spMkLst>
        </pc:spChg>
        <pc:picChg chg="add mod">
          <ac:chgData name="Benoît Scalais" userId="S::benoit.scalais@belgiantrain.be::613da907-2e15-415f-94bc-d73c5f8eeb17" providerId="AD" clId="Web-{798A2401-D069-5F68-E159-978A7B53904A}" dt="2022-05-25T15:15:53.134" v="330" actId="14100"/>
          <ac:picMkLst>
            <pc:docMk/>
            <pc:sldMk cId="2410663542" sldId="265"/>
            <ac:picMk id="2" creationId="{26653A34-FA8A-3341-1613-214F373365B2}"/>
          </ac:picMkLst>
        </pc:picChg>
        <pc:picChg chg="add mod">
          <ac:chgData name="Benoît Scalais" userId="S::benoit.scalais@belgiantrain.be::613da907-2e15-415f-94bc-d73c5f8eeb17" providerId="AD" clId="Web-{798A2401-D069-5F68-E159-978A7B53904A}" dt="2022-05-25T15:16:28.447" v="332" actId="1076"/>
          <ac:picMkLst>
            <pc:docMk/>
            <pc:sldMk cId="2410663542" sldId="265"/>
            <ac:picMk id="3" creationId="{0F100F98-9578-D45F-E1CE-9B1F60C5714D}"/>
          </ac:picMkLst>
        </pc:picChg>
        <pc:inkChg chg="add">
          <ac:chgData name="Benoît Scalais" userId="S::benoit.scalais@belgiantrain.be::613da907-2e15-415f-94bc-d73c5f8eeb17" providerId="AD" clId="Web-{798A2401-D069-5F68-E159-978A7B53904A}" dt="2022-05-25T15:17:42.698" v="386"/>
          <ac:inkMkLst>
            <pc:docMk/>
            <pc:sldMk cId="2410663542" sldId="265"/>
            <ac:inkMk id="5" creationId="{CACBBB60-848D-1ECE-9464-E6F906580888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17:44.213" v="387"/>
          <ac:inkMkLst>
            <pc:docMk/>
            <pc:sldMk cId="2410663542" sldId="265"/>
            <ac:inkMk id="6" creationId="{270F0089-A1BF-7268-4854-790C58F63780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17:47.776" v="388"/>
          <ac:inkMkLst>
            <pc:docMk/>
            <pc:sldMk cId="2410663542" sldId="265"/>
            <ac:inkMk id="7" creationId="{E6CB9AAF-2C9A-46E1-D08D-D8AC0BC84409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17:48.885" v="389"/>
          <ac:inkMkLst>
            <pc:docMk/>
            <pc:sldMk cId="2410663542" sldId="265"/>
            <ac:inkMk id="8" creationId="{050875E7-466A-1D52-881D-279F8EA7650B}"/>
          </ac:inkMkLst>
        </pc:inkChg>
      </pc:sldChg>
      <pc:sldChg chg="addSp modSp ord">
        <pc:chgData name="Benoît Scalais" userId="S::benoit.scalais@belgiantrain.be::613da907-2e15-415f-94bc-d73c5f8eeb17" providerId="AD" clId="Web-{798A2401-D069-5F68-E159-978A7B53904A}" dt="2022-05-25T16:24:35.667" v="1505"/>
        <pc:sldMkLst>
          <pc:docMk/>
          <pc:sldMk cId="2381711767" sldId="266"/>
        </pc:sldMkLst>
        <pc:spChg chg="add mod">
          <ac:chgData name="Benoît Scalais" userId="S::benoit.scalais@belgiantrain.be::613da907-2e15-415f-94bc-d73c5f8eeb17" providerId="AD" clId="Web-{798A2401-D069-5F68-E159-978A7B53904A}" dt="2022-05-25T15:19:42.325" v="429" actId="20577"/>
          <ac:spMkLst>
            <pc:docMk/>
            <pc:sldMk cId="2381711767" sldId="266"/>
            <ac:spMk id="3" creationId="{AE377054-50B9-EC17-92F1-BB5751C25B62}"/>
          </ac:spMkLst>
        </pc:spChg>
        <pc:picChg chg="add mod">
          <ac:chgData name="Benoît Scalais" userId="S::benoit.scalais@belgiantrain.be::613da907-2e15-415f-94bc-d73c5f8eeb17" providerId="AD" clId="Web-{798A2401-D069-5F68-E159-978A7B53904A}" dt="2022-05-25T15:18:43.402" v="403" actId="14100"/>
          <ac:picMkLst>
            <pc:docMk/>
            <pc:sldMk cId="2381711767" sldId="266"/>
            <ac:picMk id="2" creationId="{30EF69B1-4F67-D30E-2FBF-1579BEC083C0}"/>
          </ac:picMkLst>
        </pc:picChg>
      </pc:sldChg>
      <pc:sldChg chg="addSp modSp ord">
        <pc:chgData name="Benoît Scalais" userId="S::benoit.scalais@belgiantrain.be::613da907-2e15-415f-94bc-d73c5f8eeb17" providerId="AD" clId="Web-{798A2401-D069-5F68-E159-978A7B53904A}" dt="2022-05-25T16:25:00.652" v="1515"/>
        <pc:sldMkLst>
          <pc:docMk/>
          <pc:sldMk cId="4042512855" sldId="267"/>
        </pc:sldMkLst>
        <pc:spChg chg="add mod">
          <ac:chgData name="Benoît Scalais" userId="S::benoit.scalais@belgiantrain.be::613da907-2e15-415f-94bc-d73c5f8eeb17" providerId="AD" clId="Web-{798A2401-D069-5F68-E159-978A7B53904A}" dt="2022-05-25T15:38:26.151" v="457" actId="20577"/>
          <ac:spMkLst>
            <pc:docMk/>
            <pc:sldMk cId="4042512855" sldId="267"/>
            <ac:spMk id="3" creationId="{EC13E5E8-801D-213E-0DCC-79DBCA710E32}"/>
          </ac:spMkLst>
        </pc:spChg>
        <pc:picChg chg="add mod">
          <ac:chgData name="Benoît Scalais" userId="S::benoit.scalais@belgiantrain.be::613da907-2e15-415f-94bc-d73c5f8eeb17" providerId="AD" clId="Web-{798A2401-D069-5F68-E159-978A7B53904A}" dt="2022-05-25T15:20:04.278" v="433" actId="14100"/>
          <ac:picMkLst>
            <pc:docMk/>
            <pc:sldMk cId="4042512855" sldId="267"/>
            <ac:picMk id="2" creationId="{C10E7459-9899-8CAE-2DED-A73E1E058C84}"/>
          </ac:picMkLst>
        </pc:picChg>
        <pc:inkChg chg="add">
          <ac:chgData name="Benoît Scalais" userId="S::benoit.scalais@belgiantrain.be::613da907-2e15-415f-94bc-d73c5f8eeb17" providerId="AD" clId="Web-{798A2401-D069-5F68-E159-978A7B53904A}" dt="2022-05-25T16:24:57.699" v="1507"/>
          <ac:inkMkLst>
            <pc:docMk/>
            <pc:sldMk cId="4042512855" sldId="267"/>
            <ac:inkMk id="4" creationId="{87B9EFC4-8B10-6166-A63D-00BA3C359A94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4:57.715" v="1508"/>
          <ac:inkMkLst>
            <pc:docMk/>
            <pc:sldMk cId="4042512855" sldId="267"/>
            <ac:inkMk id="5" creationId="{FCA61002-676D-6754-890E-B3B6CC9DE426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4:57.730" v="1509"/>
          <ac:inkMkLst>
            <pc:docMk/>
            <pc:sldMk cId="4042512855" sldId="267"/>
            <ac:inkMk id="6" creationId="{67EC4077-5116-CD75-9EE0-0F6BED9F8A31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4:59.777" v="1510"/>
          <ac:inkMkLst>
            <pc:docMk/>
            <pc:sldMk cId="4042512855" sldId="267"/>
            <ac:inkMk id="7" creationId="{98C1A27D-7DF7-5DEB-7974-243DABE90C86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4:59.777" v="1511"/>
          <ac:inkMkLst>
            <pc:docMk/>
            <pc:sldMk cId="4042512855" sldId="267"/>
            <ac:inkMk id="8" creationId="{E259805D-C0AC-EDF2-4F26-A98A3FD0D7D9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4:59.793" v="1512"/>
          <ac:inkMkLst>
            <pc:docMk/>
            <pc:sldMk cId="4042512855" sldId="267"/>
            <ac:inkMk id="9" creationId="{1A6DC2E9-9A58-A615-30AD-D3B7D52F2525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4:59.793" v="1513"/>
          <ac:inkMkLst>
            <pc:docMk/>
            <pc:sldMk cId="4042512855" sldId="267"/>
            <ac:inkMk id="10" creationId="{E2508686-60A9-9157-47FD-9AEA85B99DA7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4:59.793" v="1514"/>
          <ac:inkMkLst>
            <pc:docMk/>
            <pc:sldMk cId="4042512855" sldId="267"/>
            <ac:inkMk id="11" creationId="{0EF8B3C4-6309-BF90-803E-7AA71BCF2603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5:00.652" v="1515"/>
          <ac:inkMkLst>
            <pc:docMk/>
            <pc:sldMk cId="4042512855" sldId="267"/>
            <ac:inkMk id="12" creationId="{10B374C5-39EA-2176-ED32-9204C603CB51}"/>
          </ac:inkMkLst>
        </pc:inkChg>
      </pc:sldChg>
      <pc:sldChg chg="addSp modSp">
        <pc:chgData name="Benoît Scalais" userId="S::benoit.scalais@belgiantrain.be::613da907-2e15-415f-94bc-d73c5f8eeb17" providerId="AD" clId="Web-{798A2401-D069-5F68-E159-978A7B53904A}" dt="2022-05-25T15:43:10.470" v="505"/>
        <pc:sldMkLst>
          <pc:docMk/>
          <pc:sldMk cId="2491924236" sldId="268"/>
        </pc:sldMkLst>
        <pc:spChg chg="add mod">
          <ac:chgData name="Benoît Scalais" userId="S::benoit.scalais@belgiantrain.be::613da907-2e15-415f-94bc-d73c5f8eeb17" providerId="AD" clId="Web-{798A2401-D069-5F68-E159-978A7B53904A}" dt="2022-05-25T15:43:02.063" v="502" actId="1076"/>
          <ac:spMkLst>
            <pc:docMk/>
            <pc:sldMk cId="2491924236" sldId="268"/>
            <ac:spMk id="3" creationId="{CEF3D323-CB3C-4DCF-AF24-B29DE8AD9472}"/>
          </ac:spMkLst>
        </pc:spChg>
        <pc:picChg chg="add mod">
          <ac:chgData name="Benoît Scalais" userId="S::benoit.scalais@belgiantrain.be::613da907-2e15-415f-94bc-d73c5f8eeb17" providerId="AD" clId="Web-{798A2401-D069-5F68-E159-978A7B53904A}" dt="2022-05-25T15:38:47.026" v="461" actId="14100"/>
          <ac:picMkLst>
            <pc:docMk/>
            <pc:sldMk cId="2491924236" sldId="268"/>
            <ac:picMk id="2" creationId="{D63E3A71-07F6-4C05-0B36-7DAA6A36D3D4}"/>
          </ac:picMkLst>
        </pc:picChg>
        <pc:inkChg chg="add">
          <ac:chgData name="Benoît Scalais" userId="S::benoit.scalais@belgiantrain.be::613da907-2e15-415f-94bc-d73c5f8eeb17" providerId="AD" clId="Web-{798A2401-D069-5F68-E159-978A7B53904A}" dt="2022-05-25T15:43:08.095" v="503"/>
          <ac:inkMkLst>
            <pc:docMk/>
            <pc:sldMk cId="2491924236" sldId="268"/>
            <ac:inkMk id="4" creationId="{99F68917-498B-3573-97E9-0AC39EA5B1FA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43:09.563" v="504"/>
          <ac:inkMkLst>
            <pc:docMk/>
            <pc:sldMk cId="2491924236" sldId="268"/>
            <ac:inkMk id="5" creationId="{152C11C1-0F5B-BDC7-E595-F14FCA39064A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43:10.470" v="505"/>
          <ac:inkMkLst>
            <pc:docMk/>
            <pc:sldMk cId="2491924236" sldId="268"/>
            <ac:inkMk id="6" creationId="{21CABBA4-3343-2970-1E22-585F576E9BDA}"/>
          </ac:inkMkLst>
        </pc:inkChg>
      </pc:sldChg>
      <pc:sldChg chg="addSp delSp modSp">
        <pc:chgData name="Benoît Scalais" userId="S::benoit.scalais@belgiantrain.be::613da907-2e15-415f-94bc-d73c5f8eeb17" providerId="AD" clId="Web-{798A2401-D069-5F68-E159-978A7B53904A}" dt="2022-05-25T16:13:32.558" v="1270"/>
        <pc:sldMkLst>
          <pc:docMk/>
          <pc:sldMk cId="4224385734" sldId="269"/>
        </pc:sldMkLst>
        <pc:spChg chg="add mod">
          <ac:chgData name="Benoît Scalais" userId="S::benoit.scalais@belgiantrain.be::613da907-2e15-415f-94bc-d73c5f8eeb17" providerId="AD" clId="Web-{798A2401-D069-5F68-E159-978A7B53904A}" dt="2022-05-25T15:45:25.629" v="580" actId="14100"/>
          <ac:spMkLst>
            <pc:docMk/>
            <pc:sldMk cId="4224385734" sldId="269"/>
            <ac:spMk id="4" creationId="{D872AAB3-123E-AA13-A5C2-D93BD0A4193E}"/>
          </ac:spMkLst>
        </pc:spChg>
        <pc:picChg chg="add mod">
          <ac:chgData name="Benoît Scalais" userId="S::benoit.scalais@belgiantrain.be::613da907-2e15-415f-94bc-d73c5f8eeb17" providerId="AD" clId="Web-{798A2401-D069-5F68-E159-978A7B53904A}" dt="2022-05-25T15:43:30.736" v="509" actId="14100"/>
          <ac:picMkLst>
            <pc:docMk/>
            <pc:sldMk cId="4224385734" sldId="269"/>
            <ac:picMk id="2" creationId="{4FE110D1-8A6C-DBF2-4B72-FF60106B938D}"/>
          </ac:picMkLst>
        </pc:picChg>
        <pc:picChg chg="add mod">
          <ac:chgData name="Benoît Scalais" userId="S::benoit.scalais@belgiantrain.be::613da907-2e15-415f-94bc-d73c5f8eeb17" providerId="AD" clId="Web-{798A2401-D069-5F68-E159-978A7B53904A}" dt="2022-05-25T15:45:52.552" v="582" actId="1076"/>
          <ac:picMkLst>
            <pc:docMk/>
            <pc:sldMk cId="4224385734" sldId="269"/>
            <ac:picMk id="5" creationId="{F5EBA91F-AA11-F06F-A8B2-40747F12A56E}"/>
          </ac:picMkLst>
        </pc:picChg>
        <pc:picChg chg="add mod">
          <ac:chgData name="Benoît Scalais" userId="S::benoit.scalais@belgiantrain.be::613da907-2e15-415f-94bc-d73c5f8eeb17" providerId="AD" clId="Web-{798A2401-D069-5F68-E159-978A7B53904A}" dt="2022-05-25T15:46:03.489" v="584" actId="1076"/>
          <ac:picMkLst>
            <pc:docMk/>
            <pc:sldMk cId="4224385734" sldId="269"/>
            <ac:picMk id="6" creationId="{4F679384-9FAF-63D5-8C59-0AEE5F5DDE1B}"/>
          </ac:picMkLst>
        </pc:picChg>
        <pc:picChg chg="add mod">
          <ac:chgData name="Benoît Scalais" userId="S::benoit.scalais@belgiantrain.be::613da907-2e15-415f-94bc-d73c5f8eeb17" providerId="AD" clId="Web-{798A2401-D069-5F68-E159-978A7B53904A}" dt="2022-05-25T15:52:16.451" v="731" actId="1076"/>
          <ac:picMkLst>
            <pc:docMk/>
            <pc:sldMk cId="4224385734" sldId="269"/>
            <ac:picMk id="9" creationId="{CF4620DF-C1FB-8E64-4812-C57915234333}"/>
          </ac:picMkLst>
        </pc:picChg>
        <pc:picChg chg="add mod">
          <ac:chgData name="Benoît Scalais" userId="S::benoit.scalais@belgiantrain.be::613da907-2e15-415f-94bc-d73c5f8eeb17" providerId="AD" clId="Web-{798A2401-D069-5F68-E159-978A7B53904A}" dt="2022-05-25T15:52:34.623" v="735" actId="1076"/>
          <ac:picMkLst>
            <pc:docMk/>
            <pc:sldMk cId="4224385734" sldId="269"/>
            <ac:picMk id="12" creationId="{285A7400-F713-3FF5-850D-4DA22A99D7CD}"/>
          </ac:picMkLst>
        </pc:picChg>
        <pc:picChg chg="add del mod">
          <ac:chgData name="Benoît Scalais" userId="S::benoit.scalais@belgiantrain.be::613da907-2e15-415f-94bc-d73c5f8eeb17" providerId="AD" clId="Web-{798A2401-D069-5F68-E159-978A7B53904A}" dt="2022-05-25T16:13:32.558" v="1270"/>
          <ac:picMkLst>
            <pc:docMk/>
            <pc:sldMk cId="4224385734" sldId="269"/>
            <ac:picMk id="13" creationId="{77668EA8-671F-7F8C-905C-B9F507CDBBB5}"/>
          </ac:picMkLst>
        </pc:picChg>
        <pc:inkChg chg="add">
          <ac:chgData name="Benoît Scalais" userId="S::benoit.scalais@belgiantrain.be::613da907-2e15-415f-94bc-d73c5f8eeb17" providerId="AD" clId="Web-{798A2401-D069-5F68-E159-978A7B53904A}" dt="2022-05-25T15:43:45.721" v="510"/>
          <ac:inkMkLst>
            <pc:docMk/>
            <pc:sldMk cId="4224385734" sldId="269"/>
            <ac:inkMk id="3" creationId="{3E441E9C-C94B-7747-DE52-DD37DA9FD6F4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46:10.802" v="585"/>
          <ac:inkMkLst>
            <pc:docMk/>
            <pc:sldMk cId="4224385734" sldId="269"/>
            <ac:inkMk id="7" creationId="{596735E3-C3AD-D490-6AF4-70FF18631866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46:11.521" v="586"/>
          <ac:inkMkLst>
            <pc:docMk/>
            <pc:sldMk cId="4224385734" sldId="269"/>
            <ac:inkMk id="8" creationId="{2F789C01-ECEE-FDD8-C1B1-74331A52EF4D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52:20.748" v="732"/>
          <ac:inkMkLst>
            <pc:docMk/>
            <pc:sldMk cId="4224385734" sldId="269"/>
            <ac:inkMk id="10" creationId="{D6718BAD-5F13-E254-9C3E-48C247C9A934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52:21.389" v="733"/>
          <ac:inkMkLst>
            <pc:docMk/>
            <pc:sldMk cId="4224385734" sldId="269"/>
            <ac:inkMk id="11" creationId="{221742D5-285D-EC53-9C56-50EE9772FEE7}"/>
          </ac:inkMkLst>
        </pc:inkChg>
      </pc:sldChg>
      <pc:sldChg chg="addSp delSp modSp ord">
        <pc:chgData name="Benoît Scalais" userId="S::benoit.scalais@belgiantrain.be::613da907-2e15-415f-94bc-d73c5f8eeb17" providerId="AD" clId="Web-{798A2401-D069-5F68-E159-978A7B53904A}" dt="2022-05-25T16:26:33.201" v="1566" actId="20577"/>
        <pc:sldMkLst>
          <pc:docMk/>
          <pc:sldMk cId="870081338" sldId="270"/>
        </pc:sldMkLst>
        <pc:spChg chg="add mod">
          <ac:chgData name="Benoît Scalais" userId="S::benoit.scalais@belgiantrain.be::613da907-2e15-415f-94bc-d73c5f8eeb17" providerId="AD" clId="Web-{798A2401-D069-5F68-E159-978A7B53904A}" dt="2022-05-25T16:26:33.201" v="1566" actId="20577"/>
          <ac:spMkLst>
            <pc:docMk/>
            <pc:sldMk cId="870081338" sldId="270"/>
            <ac:spMk id="8" creationId="{3C759F1A-3C79-F767-AAB9-D8FE3370B70E}"/>
          </ac:spMkLst>
        </pc:spChg>
        <pc:picChg chg="add mod">
          <ac:chgData name="Benoît Scalais" userId="S::benoit.scalais@belgiantrain.be::613da907-2e15-415f-94bc-d73c5f8eeb17" providerId="AD" clId="Web-{798A2401-D069-5F68-E159-978A7B53904A}" dt="2022-05-25T15:47:01.366" v="611" actId="1076"/>
          <ac:picMkLst>
            <pc:docMk/>
            <pc:sldMk cId="870081338" sldId="270"/>
            <ac:picMk id="2" creationId="{EFB0DF21-7F40-24B4-907D-09CD4C48D26D}"/>
          </ac:picMkLst>
        </pc:picChg>
        <pc:picChg chg="add mod">
          <ac:chgData name="Benoît Scalais" userId="S::benoit.scalais@belgiantrain.be::613da907-2e15-415f-94bc-d73c5f8eeb17" providerId="AD" clId="Web-{798A2401-D069-5F68-E159-978A7B53904A}" dt="2022-05-25T15:47:26.819" v="614" actId="1076"/>
          <ac:picMkLst>
            <pc:docMk/>
            <pc:sldMk cId="870081338" sldId="270"/>
            <ac:picMk id="3" creationId="{CA7758E4-103D-B288-EE39-B0A0DD752282}"/>
          </ac:picMkLst>
        </pc:picChg>
        <pc:picChg chg="add mod">
          <ac:chgData name="Benoît Scalais" userId="S::benoit.scalais@belgiantrain.be::613da907-2e15-415f-94bc-d73c5f8eeb17" providerId="AD" clId="Web-{798A2401-D069-5F68-E159-978A7B53904A}" dt="2022-05-25T15:48:24.821" v="619" actId="1076"/>
          <ac:picMkLst>
            <pc:docMk/>
            <pc:sldMk cId="870081338" sldId="270"/>
            <ac:picMk id="4" creationId="{F5E73DBF-5F2C-829D-988D-C556F0AAAACF}"/>
          </ac:picMkLst>
        </pc:picChg>
        <pc:inkChg chg="add">
          <ac:chgData name="Benoît Scalais" userId="S::benoit.scalais@belgiantrain.be::613da907-2e15-415f-94bc-d73c5f8eeb17" providerId="AD" clId="Web-{798A2401-D069-5F68-E159-978A7B53904A}" dt="2022-05-25T15:48:32.212" v="620"/>
          <ac:inkMkLst>
            <pc:docMk/>
            <pc:sldMk cId="870081338" sldId="270"/>
            <ac:inkMk id="5" creationId="{D6E799B4-D789-F65D-8A18-4C66644A41E6}"/>
          </ac:inkMkLst>
        </pc:inkChg>
        <pc:inkChg chg="add del">
          <ac:chgData name="Benoît Scalais" userId="S::benoit.scalais@belgiantrain.be::613da907-2e15-415f-94bc-d73c5f8eeb17" providerId="AD" clId="Web-{798A2401-D069-5F68-E159-978A7B53904A}" dt="2022-05-25T15:48:40.477" v="622"/>
          <ac:inkMkLst>
            <pc:docMk/>
            <pc:sldMk cId="870081338" sldId="270"/>
            <ac:inkMk id="6" creationId="{5CB321E0-D412-0EE1-E318-F8AB814E9A64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48:43.509" v="623"/>
          <ac:inkMkLst>
            <pc:docMk/>
            <pc:sldMk cId="870081338" sldId="270"/>
            <ac:inkMk id="7" creationId="{5402DEAD-2D5D-DB5F-FC0E-DF3EE58EE8E5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5:27.497" v="1517"/>
          <ac:inkMkLst>
            <pc:docMk/>
            <pc:sldMk cId="870081338" sldId="270"/>
            <ac:inkMk id="9" creationId="{76641C2F-2F3D-B10D-E47D-31DF91D767DC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5:27.497" v="1518"/>
          <ac:inkMkLst>
            <pc:docMk/>
            <pc:sldMk cId="870081338" sldId="270"/>
            <ac:inkMk id="10" creationId="{9F06B5E9-0D71-005E-784E-4D2B88350889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5:27.497" v="1519"/>
          <ac:inkMkLst>
            <pc:docMk/>
            <pc:sldMk cId="870081338" sldId="270"/>
            <ac:inkMk id="11" creationId="{D9B1CD7A-3526-225A-C5D1-51943B9606D1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5:27.497" v="1520"/>
          <ac:inkMkLst>
            <pc:docMk/>
            <pc:sldMk cId="870081338" sldId="270"/>
            <ac:inkMk id="12" creationId="{65B2BD60-ABAC-802A-8801-944639288C1C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5:27.512" v="1521"/>
          <ac:inkMkLst>
            <pc:docMk/>
            <pc:sldMk cId="870081338" sldId="270"/>
            <ac:inkMk id="13" creationId="{5E8A3162-F0CF-E580-835B-ACE982F5FFC3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5:30.778" v="1522"/>
          <ac:inkMkLst>
            <pc:docMk/>
            <pc:sldMk cId="870081338" sldId="270"/>
            <ac:inkMk id="14" creationId="{4B6CCEE0-D1B7-B6DE-3F73-60DF44342D37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5:30.778" v="1523"/>
          <ac:inkMkLst>
            <pc:docMk/>
            <pc:sldMk cId="870081338" sldId="270"/>
            <ac:inkMk id="15" creationId="{95ADF399-3D04-9D6B-B0BE-6C45D331692E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5:30.778" v="1524"/>
          <ac:inkMkLst>
            <pc:docMk/>
            <pc:sldMk cId="870081338" sldId="270"/>
            <ac:inkMk id="16" creationId="{3488B75C-DAC0-DE52-C0EB-29BDCCCBFF19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5:30.778" v="1525"/>
          <ac:inkMkLst>
            <pc:docMk/>
            <pc:sldMk cId="870081338" sldId="270"/>
            <ac:inkMk id="17" creationId="{8309310A-3756-5597-53C4-FCEF3BC498B7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5:30.794" v="1526"/>
          <ac:inkMkLst>
            <pc:docMk/>
            <pc:sldMk cId="870081338" sldId="270"/>
            <ac:inkMk id="18" creationId="{C0B3F6B8-FBF2-57C8-3BF7-5AE49FED9BEA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5:30.794" v="1527"/>
          <ac:inkMkLst>
            <pc:docMk/>
            <pc:sldMk cId="870081338" sldId="270"/>
            <ac:inkMk id="19" creationId="{8CD52C43-5E6C-A2C5-19E4-9A3467AE7CB6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5:30.794" v="1528"/>
          <ac:inkMkLst>
            <pc:docMk/>
            <pc:sldMk cId="870081338" sldId="270"/>
            <ac:inkMk id="20" creationId="{22569A26-1EC9-F958-73B4-D67D1BAAD11A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5:30.794" v="1529"/>
          <ac:inkMkLst>
            <pc:docMk/>
            <pc:sldMk cId="870081338" sldId="270"/>
            <ac:inkMk id="21" creationId="{7160AF93-B50D-3C1D-AEE9-C5428A7F689B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5:30.794" v="1530"/>
          <ac:inkMkLst>
            <pc:docMk/>
            <pc:sldMk cId="870081338" sldId="270"/>
            <ac:inkMk id="22" creationId="{11D7DCCC-C9AC-56C5-9F27-C5A603A3C4FB}"/>
          </ac:inkMkLst>
        </pc:inkChg>
      </pc:sldChg>
      <pc:sldChg chg="addSp modSp">
        <pc:chgData name="Benoît Scalais" userId="S::benoit.scalais@belgiantrain.be::613da907-2e15-415f-94bc-d73c5f8eeb17" providerId="AD" clId="Web-{798A2401-D069-5F68-E159-978A7B53904A}" dt="2022-05-25T15:51:49.763" v="726"/>
        <pc:sldMkLst>
          <pc:docMk/>
          <pc:sldMk cId="3116624871" sldId="271"/>
        </pc:sldMkLst>
        <pc:spChg chg="add mod">
          <ac:chgData name="Benoît Scalais" userId="S::benoit.scalais@belgiantrain.be::613da907-2e15-415f-94bc-d73c5f8eeb17" providerId="AD" clId="Web-{798A2401-D069-5F68-E159-978A7B53904A}" dt="2022-05-25T15:51:46.235" v="724" actId="20577"/>
          <ac:spMkLst>
            <pc:docMk/>
            <pc:sldMk cId="3116624871" sldId="271"/>
            <ac:spMk id="3" creationId="{9A45809F-6C58-3781-EB58-C19ADEB0A748}"/>
          </ac:spMkLst>
        </pc:spChg>
        <pc:picChg chg="add mod">
          <ac:chgData name="Benoît Scalais" userId="S::benoit.scalais@belgiantrain.be::613da907-2e15-415f-94bc-d73c5f8eeb17" providerId="AD" clId="Web-{798A2401-D069-5F68-E159-978A7B53904A}" dt="2022-05-25T15:49:55.713" v="656" actId="14100"/>
          <ac:picMkLst>
            <pc:docMk/>
            <pc:sldMk cId="3116624871" sldId="271"/>
            <ac:picMk id="2" creationId="{BBFA792E-A4A3-10B5-2410-D72C43736D7B}"/>
          </ac:picMkLst>
        </pc:picChg>
        <pc:inkChg chg="add">
          <ac:chgData name="Benoît Scalais" userId="S::benoit.scalais@belgiantrain.be::613da907-2e15-415f-94bc-d73c5f8eeb17" providerId="AD" clId="Web-{798A2401-D069-5F68-E159-978A7B53904A}" dt="2022-05-25T15:51:49.763" v="725"/>
          <ac:inkMkLst>
            <pc:docMk/>
            <pc:sldMk cId="3116624871" sldId="271"/>
            <ac:inkMk id="4" creationId="{8A05655F-3567-153E-28E0-2D8CE50ADB3C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51:49.763" v="726"/>
          <ac:inkMkLst>
            <pc:docMk/>
            <pc:sldMk cId="3116624871" sldId="271"/>
            <ac:inkMk id="5" creationId="{CD1A66A4-0F2E-D232-02F5-F48B783B528F}"/>
          </ac:inkMkLst>
        </pc:inkChg>
      </pc:sldChg>
      <pc:sldChg chg="addSp delSp modSp add replId">
        <pc:chgData name="Benoît Scalais" userId="S::benoit.scalais@belgiantrain.be::613da907-2e15-415f-94bc-d73c5f8eeb17" providerId="AD" clId="Web-{798A2401-D069-5F68-E159-978A7B53904A}" dt="2022-05-25T15:58:50.991" v="937"/>
        <pc:sldMkLst>
          <pc:docMk/>
          <pc:sldMk cId="4014028545" sldId="272"/>
        </pc:sldMkLst>
        <pc:spChg chg="add mod">
          <ac:chgData name="Benoît Scalais" userId="S::benoit.scalais@belgiantrain.be::613da907-2e15-415f-94bc-d73c5f8eeb17" providerId="AD" clId="Web-{798A2401-D069-5F68-E159-978A7B53904A}" dt="2022-05-25T15:58:22.616" v="923" actId="1076"/>
          <ac:spMkLst>
            <pc:docMk/>
            <pc:sldMk cId="4014028545" sldId="272"/>
            <ac:spMk id="25" creationId="{967942D5-E75D-6F55-C3FA-FACBDCC83B2C}"/>
          </ac:spMkLst>
        </pc:spChg>
        <pc:picChg chg="add mod">
          <ac:chgData name="Benoît Scalais" userId="S::benoit.scalais@belgiantrain.be::613da907-2e15-415f-94bc-d73c5f8eeb17" providerId="AD" clId="Web-{798A2401-D069-5F68-E159-978A7B53904A}" dt="2022-05-25T15:54:37.439" v="798" actId="14100"/>
          <ac:picMkLst>
            <pc:docMk/>
            <pc:sldMk cId="4014028545" sldId="272"/>
            <ac:picMk id="2" creationId="{9680334D-7179-B45E-8FFB-5C6CF5FC53CD}"/>
          </ac:picMkLst>
        </pc:picChg>
        <pc:picChg chg="add mod">
          <ac:chgData name="Benoît Scalais" userId="S::benoit.scalais@belgiantrain.be::613da907-2e15-415f-94bc-d73c5f8eeb17" providerId="AD" clId="Web-{798A2401-D069-5F68-E159-978A7B53904A}" dt="2022-05-25T15:56:07.534" v="804" actId="1076"/>
          <ac:picMkLst>
            <pc:docMk/>
            <pc:sldMk cId="4014028545" sldId="272"/>
            <ac:picMk id="5" creationId="{AA04F12F-EA7C-8930-B102-E33CF1172DFE}"/>
          </ac:picMkLst>
        </pc:picChg>
        <pc:picChg chg="add mod">
          <ac:chgData name="Benoît Scalais" userId="S::benoit.scalais@belgiantrain.be::613da907-2e15-415f-94bc-d73c5f8eeb17" providerId="AD" clId="Web-{798A2401-D069-5F68-E159-978A7B53904A}" dt="2022-05-25T15:58:34.725" v="927" actId="14100"/>
          <ac:picMkLst>
            <pc:docMk/>
            <pc:sldMk cId="4014028545" sldId="272"/>
            <ac:picMk id="26" creationId="{D33354B2-3A5F-34B9-E5AC-3F45CF4ED732}"/>
          </ac:picMkLst>
        </pc:picChg>
        <pc:inkChg chg="add del">
          <ac:chgData name="Benoît Scalais" userId="S::benoit.scalais@belgiantrain.be::613da907-2e15-415f-94bc-d73c5f8eeb17" providerId="AD" clId="Web-{798A2401-D069-5F68-E159-978A7B53904A}" dt="2022-05-25T15:54:56.955" v="800"/>
          <ac:inkMkLst>
            <pc:docMk/>
            <pc:sldMk cId="4014028545" sldId="272"/>
            <ac:inkMk id="3" creationId="{390B5D70-88A5-1C58-76D8-E87F3568623F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55:00.986" v="801"/>
          <ac:inkMkLst>
            <pc:docMk/>
            <pc:sldMk cId="4014028545" sldId="272"/>
            <ac:inkMk id="4" creationId="{3795AF65-E47F-BEB4-2420-32DF01A8BAC4}"/>
          </ac:inkMkLst>
        </pc:inkChg>
        <pc:inkChg chg="add del">
          <ac:chgData name="Benoît Scalais" userId="S::benoit.scalais@belgiantrain.be::613da907-2e15-415f-94bc-d73c5f8eeb17" providerId="AD" clId="Web-{798A2401-D069-5F68-E159-978A7B53904A}" dt="2022-05-25T15:56:15.566" v="806"/>
          <ac:inkMkLst>
            <pc:docMk/>
            <pc:sldMk cId="4014028545" sldId="272"/>
            <ac:inkMk id="6" creationId="{48C65DEA-ABF0-766E-EBE1-A2B26B420A06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56:19.050" v="807"/>
          <ac:inkMkLst>
            <pc:docMk/>
            <pc:sldMk cId="4014028545" sldId="272"/>
            <ac:inkMk id="7" creationId="{6B9B9796-4270-ACB6-67A0-8C181B362BBB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56:19.050" v="808"/>
          <ac:inkMkLst>
            <pc:docMk/>
            <pc:sldMk cId="4014028545" sldId="272"/>
            <ac:inkMk id="8" creationId="{4BD7BC2F-BE69-43DA-D440-A179BDDCA0E3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56:19.066" v="809"/>
          <ac:inkMkLst>
            <pc:docMk/>
            <pc:sldMk cId="4014028545" sldId="272"/>
            <ac:inkMk id="9" creationId="{F3B24D20-8E8F-5283-D3B8-5768ACDA0A95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56:19.066" v="810"/>
          <ac:inkMkLst>
            <pc:docMk/>
            <pc:sldMk cId="4014028545" sldId="272"/>
            <ac:inkMk id="10" creationId="{5085B73A-4809-979D-99AB-933D87C2FD39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56:19.066" v="811"/>
          <ac:inkMkLst>
            <pc:docMk/>
            <pc:sldMk cId="4014028545" sldId="272"/>
            <ac:inkMk id="11" creationId="{2A6C7D02-68B9-A0EE-8DAE-7902CC68C6C7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56:19.066" v="812"/>
          <ac:inkMkLst>
            <pc:docMk/>
            <pc:sldMk cId="4014028545" sldId="272"/>
            <ac:inkMk id="12" creationId="{CDBABAAF-E6CD-5256-7C05-68FBCBF58463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56:19.066" v="813"/>
          <ac:inkMkLst>
            <pc:docMk/>
            <pc:sldMk cId="4014028545" sldId="272"/>
            <ac:inkMk id="13" creationId="{AC23E5EB-04BD-8BA0-E6BD-810FBD8B295A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56:21.035" v="814"/>
          <ac:inkMkLst>
            <pc:docMk/>
            <pc:sldMk cId="4014028545" sldId="272"/>
            <ac:inkMk id="14" creationId="{8C89DD0C-B7E0-A473-7BEB-7DB7B6F3C987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56:21.035" v="815"/>
          <ac:inkMkLst>
            <pc:docMk/>
            <pc:sldMk cId="4014028545" sldId="272"/>
            <ac:inkMk id="15" creationId="{CB0BAEC2-2502-1562-0D81-697E6F23F08B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56:21.050" v="816"/>
          <ac:inkMkLst>
            <pc:docMk/>
            <pc:sldMk cId="4014028545" sldId="272"/>
            <ac:inkMk id="16" creationId="{718B54C3-EF3B-61ED-0779-673C8D0EED67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56:21.050" v="817"/>
          <ac:inkMkLst>
            <pc:docMk/>
            <pc:sldMk cId="4014028545" sldId="272"/>
            <ac:inkMk id="17" creationId="{1C252750-73A4-13A9-DD65-1757639084A7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56:21.050" v="818"/>
          <ac:inkMkLst>
            <pc:docMk/>
            <pc:sldMk cId="4014028545" sldId="272"/>
            <ac:inkMk id="18" creationId="{433357FC-FF05-47AC-94DD-10DDBA339F7A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56:21.722" v="819"/>
          <ac:inkMkLst>
            <pc:docMk/>
            <pc:sldMk cId="4014028545" sldId="272"/>
            <ac:inkMk id="19" creationId="{597CDCFF-65EC-CBB1-475F-C1487567ABA3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56:23.566" v="820"/>
          <ac:inkMkLst>
            <pc:docMk/>
            <pc:sldMk cId="4014028545" sldId="272"/>
            <ac:inkMk id="20" creationId="{C40063D8-A377-7FDA-90C9-33FDF7C1964C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56:23.582" v="821"/>
          <ac:inkMkLst>
            <pc:docMk/>
            <pc:sldMk cId="4014028545" sldId="272"/>
            <ac:inkMk id="21" creationId="{23A609D7-5960-909E-EE29-7B3678E82C47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56:25.457" v="822"/>
          <ac:inkMkLst>
            <pc:docMk/>
            <pc:sldMk cId="4014028545" sldId="272"/>
            <ac:inkMk id="22" creationId="{8FA17939-5D61-D60D-3F35-9250F9245D9F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56:25.457" v="823"/>
          <ac:inkMkLst>
            <pc:docMk/>
            <pc:sldMk cId="4014028545" sldId="272"/>
            <ac:inkMk id="23" creationId="{6FFD2114-43F0-31C6-C8B6-AAD9C2B870CF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56:30.894" v="824"/>
          <ac:inkMkLst>
            <pc:docMk/>
            <pc:sldMk cId="4014028545" sldId="272"/>
            <ac:inkMk id="24" creationId="{D425BF06-4566-C260-F142-AB4AD6565386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58:38.944" v="928"/>
          <ac:inkMkLst>
            <pc:docMk/>
            <pc:sldMk cId="4014028545" sldId="272"/>
            <ac:inkMk id="27" creationId="{1E829BD5-C4C0-FA39-7ADE-494364483FBB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58:40.272" v="929"/>
          <ac:inkMkLst>
            <pc:docMk/>
            <pc:sldMk cId="4014028545" sldId="272"/>
            <ac:inkMk id="28" creationId="{54EE7905-8CF8-91F2-8842-F3AC2159FFD5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58:43.444" v="930"/>
          <ac:inkMkLst>
            <pc:docMk/>
            <pc:sldMk cId="4014028545" sldId="272"/>
            <ac:inkMk id="29" creationId="{C55AF60F-908E-7C08-76F0-F0FBA3EDC37B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58:47.069" v="931"/>
          <ac:inkMkLst>
            <pc:docMk/>
            <pc:sldMk cId="4014028545" sldId="272"/>
            <ac:inkMk id="30" creationId="{41522749-D591-FA3C-D8F0-9573D7DD56BE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58:47.085" v="932"/>
          <ac:inkMkLst>
            <pc:docMk/>
            <pc:sldMk cId="4014028545" sldId="272"/>
            <ac:inkMk id="31" creationId="{93B67776-E7B6-70CB-B272-5D66DAF33BC0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58:48.523" v="933"/>
          <ac:inkMkLst>
            <pc:docMk/>
            <pc:sldMk cId="4014028545" sldId="272"/>
            <ac:inkMk id="32" creationId="{85E6562D-F5D7-6C06-2640-D1862764C53C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58:48.523" v="934"/>
          <ac:inkMkLst>
            <pc:docMk/>
            <pc:sldMk cId="4014028545" sldId="272"/>
            <ac:inkMk id="33" creationId="{F62FFC10-A971-1506-0A63-10EF21310D72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58:50.991" v="935"/>
          <ac:inkMkLst>
            <pc:docMk/>
            <pc:sldMk cId="4014028545" sldId="272"/>
            <ac:inkMk id="34" creationId="{4EFADEC9-FC1C-50F2-DF6E-06F8EBB0F409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58:50.991" v="936"/>
          <ac:inkMkLst>
            <pc:docMk/>
            <pc:sldMk cId="4014028545" sldId="272"/>
            <ac:inkMk id="35" creationId="{1CE9819C-7555-464D-8747-FFC06C5E0822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5:58:50.991" v="937"/>
          <ac:inkMkLst>
            <pc:docMk/>
            <pc:sldMk cId="4014028545" sldId="272"/>
            <ac:inkMk id="36" creationId="{D1ACB8AB-A79A-3342-D731-C7369FDCA9A7}"/>
          </ac:inkMkLst>
        </pc:inkChg>
      </pc:sldChg>
      <pc:sldChg chg="addSp modSp add replId">
        <pc:chgData name="Benoît Scalais" userId="S::benoit.scalais@belgiantrain.be::613da907-2e15-415f-94bc-d73c5f8eeb17" providerId="AD" clId="Web-{798A2401-D069-5F68-E159-978A7B53904A}" dt="2022-05-25T15:54:19.766" v="793" actId="20577"/>
        <pc:sldMkLst>
          <pc:docMk/>
          <pc:sldMk cId="718571540" sldId="273"/>
        </pc:sldMkLst>
        <pc:spChg chg="add mod">
          <ac:chgData name="Benoît Scalais" userId="S::benoit.scalais@belgiantrain.be::613da907-2e15-415f-94bc-d73c5f8eeb17" providerId="AD" clId="Web-{798A2401-D069-5F68-E159-978A7B53904A}" dt="2022-05-25T15:54:19.766" v="793" actId="20577"/>
          <ac:spMkLst>
            <pc:docMk/>
            <pc:sldMk cId="718571540" sldId="273"/>
            <ac:spMk id="3" creationId="{93DDD25A-E2B7-BEEA-DCF3-4AD982993E36}"/>
          </ac:spMkLst>
        </pc:spChg>
        <pc:picChg chg="add mod">
          <ac:chgData name="Benoît Scalais" userId="S::benoit.scalais@belgiantrain.be::613da907-2e15-415f-94bc-d73c5f8eeb17" providerId="AD" clId="Web-{798A2401-D069-5F68-E159-978A7B53904A}" dt="2022-05-25T15:52:57.749" v="740" actId="14100"/>
          <ac:picMkLst>
            <pc:docMk/>
            <pc:sldMk cId="718571540" sldId="273"/>
            <ac:picMk id="2" creationId="{8AE28E10-90AD-BD1B-18D2-0E80408185A3}"/>
          </ac:picMkLst>
        </pc:picChg>
      </pc:sldChg>
      <pc:sldChg chg="addSp delSp modSp add replId">
        <pc:chgData name="Benoît Scalais" userId="S::benoit.scalais@belgiantrain.be::613da907-2e15-415f-94bc-d73c5f8eeb17" providerId="AD" clId="Web-{798A2401-D069-5F68-E159-978A7B53904A}" dt="2022-05-25T16:27:09.765" v="1617"/>
        <pc:sldMkLst>
          <pc:docMk/>
          <pc:sldMk cId="1121774565" sldId="274"/>
        </pc:sldMkLst>
        <pc:picChg chg="add del mod">
          <ac:chgData name="Benoît Scalais" userId="S::benoit.scalais@belgiantrain.be::613da907-2e15-415f-94bc-d73c5f8eeb17" providerId="AD" clId="Web-{798A2401-D069-5F68-E159-978A7B53904A}" dt="2022-05-25T16:08:37.567" v="1239"/>
          <ac:picMkLst>
            <pc:docMk/>
            <pc:sldMk cId="1121774565" sldId="274"/>
            <ac:picMk id="2" creationId="{755C539A-1046-0C37-9DB8-D55A4D9692F9}"/>
          </ac:picMkLst>
        </pc:picChg>
        <pc:picChg chg="add mod">
          <ac:chgData name="Benoît Scalais" userId="S::benoit.scalais@belgiantrain.be::613da907-2e15-415f-94bc-d73c5f8eeb17" providerId="AD" clId="Web-{798A2401-D069-5F68-E159-978A7B53904A}" dt="2022-05-25T16:09:59.366" v="1263" actId="14100"/>
          <ac:picMkLst>
            <pc:docMk/>
            <pc:sldMk cId="1121774565" sldId="274"/>
            <ac:picMk id="3" creationId="{676FDF71-90A1-EEAE-5074-DAF63CD47679}"/>
          </ac:picMkLst>
        </pc:picChg>
        <pc:inkChg chg="add">
          <ac:chgData name="Benoît Scalais" userId="S::benoit.scalais@belgiantrain.be::613da907-2e15-415f-94bc-d73c5f8eeb17" providerId="AD" clId="Web-{798A2401-D069-5F68-E159-978A7B53904A}" dt="2022-05-25T16:26:51.421" v="1581"/>
          <ac:inkMkLst>
            <pc:docMk/>
            <pc:sldMk cId="1121774565" sldId="274"/>
            <ac:inkMk id="4" creationId="{51084BC9-9387-DDFF-FFB6-AE3701659AEF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6:51.421" v="1582"/>
          <ac:inkMkLst>
            <pc:docMk/>
            <pc:sldMk cId="1121774565" sldId="274"/>
            <ac:inkMk id="5" creationId="{CD3973A2-A90B-1CCE-62D5-27B8F7109238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6:51.421" v="1583"/>
          <ac:inkMkLst>
            <pc:docMk/>
            <pc:sldMk cId="1121774565" sldId="274"/>
            <ac:inkMk id="6" creationId="{84AC717A-EF20-4782-924B-B7B01F139AD0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6:51.421" v="1584"/>
          <ac:inkMkLst>
            <pc:docMk/>
            <pc:sldMk cId="1121774565" sldId="274"/>
            <ac:inkMk id="7" creationId="{14F0F6E6-A401-948A-FE05-F5E466359A00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6:54.124" v="1585"/>
          <ac:inkMkLst>
            <pc:docMk/>
            <pc:sldMk cId="1121774565" sldId="274"/>
            <ac:inkMk id="8" creationId="{3090EC17-B74E-CA28-F7BD-80A4AAD079E1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6:54.124" v="1586"/>
          <ac:inkMkLst>
            <pc:docMk/>
            <pc:sldMk cId="1121774565" sldId="274"/>
            <ac:inkMk id="9" creationId="{BCA6CFE5-253C-0676-CE72-B4BF99C94B57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6:54.124" v="1587"/>
          <ac:inkMkLst>
            <pc:docMk/>
            <pc:sldMk cId="1121774565" sldId="274"/>
            <ac:inkMk id="10" creationId="{5902D521-1000-0845-71CF-B52D8ABD21B2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6:54.124" v="1588"/>
          <ac:inkMkLst>
            <pc:docMk/>
            <pc:sldMk cId="1121774565" sldId="274"/>
            <ac:inkMk id="11" creationId="{A9E2A7F3-7A26-2A7F-30AC-0FC9BC3A2BD1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6:57.452" v="1589"/>
          <ac:inkMkLst>
            <pc:docMk/>
            <pc:sldMk cId="1121774565" sldId="274"/>
            <ac:inkMk id="12" creationId="{48E8E4DB-D163-55B5-2275-CBABD159C543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6:57.452" v="1590"/>
          <ac:inkMkLst>
            <pc:docMk/>
            <pc:sldMk cId="1121774565" sldId="274"/>
            <ac:inkMk id="13" creationId="{46649014-A5F8-0FC6-D653-4D142FC9CC55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6:57.468" v="1591"/>
          <ac:inkMkLst>
            <pc:docMk/>
            <pc:sldMk cId="1121774565" sldId="274"/>
            <ac:inkMk id="14" creationId="{53EFE99F-5030-C5A0-98CA-8B924DFA3440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6:57.468" v="1592"/>
          <ac:inkMkLst>
            <pc:docMk/>
            <pc:sldMk cId="1121774565" sldId="274"/>
            <ac:inkMk id="15" creationId="{96C725B5-5404-26BD-8A66-07A245B24104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6:57.468" v="1593"/>
          <ac:inkMkLst>
            <pc:docMk/>
            <pc:sldMk cId="1121774565" sldId="274"/>
            <ac:inkMk id="16" creationId="{CE3FDA68-5FB9-713D-3364-6B6BF6B595D4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6:57.468" v="1594"/>
          <ac:inkMkLst>
            <pc:docMk/>
            <pc:sldMk cId="1121774565" sldId="274"/>
            <ac:inkMk id="17" creationId="{4FE7E6A1-1A05-B642-196A-8E7D7291E80C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6:57.468" v="1595"/>
          <ac:inkMkLst>
            <pc:docMk/>
            <pc:sldMk cId="1121774565" sldId="274"/>
            <ac:inkMk id="18" creationId="{3EECF6DF-FE40-39A3-3632-E823BFF2F3F4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6:57.468" v="1596"/>
          <ac:inkMkLst>
            <pc:docMk/>
            <pc:sldMk cId="1121774565" sldId="274"/>
            <ac:inkMk id="19" creationId="{2DE96D4F-CFBD-5DBD-8AC0-A5D7FD26C110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6:57.468" v="1597"/>
          <ac:inkMkLst>
            <pc:docMk/>
            <pc:sldMk cId="1121774565" sldId="274"/>
            <ac:inkMk id="20" creationId="{A364A128-37B1-4FAE-C47D-B8E741B4FD59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6:57.483" v="1598"/>
          <ac:inkMkLst>
            <pc:docMk/>
            <pc:sldMk cId="1121774565" sldId="274"/>
            <ac:inkMk id="21" creationId="{CD8FABF0-96B9-16DB-7E53-12E254F048A1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6:58.843" v="1599"/>
          <ac:inkMkLst>
            <pc:docMk/>
            <pc:sldMk cId="1121774565" sldId="274"/>
            <ac:inkMk id="22" creationId="{90E4C6CA-CCB8-5DA2-4F71-250EB3AE8C55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7:01.374" v="1600"/>
          <ac:inkMkLst>
            <pc:docMk/>
            <pc:sldMk cId="1121774565" sldId="274"/>
            <ac:inkMk id="23" creationId="{CD12B87C-3249-F86E-AC31-03EFBA6DBC16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7:01.390" v="1601"/>
          <ac:inkMkLst>
            <pc:docMk/>
            <pc:sldMk cId="1121774565" sldId="274"/>
            <ac:inkMk id="24" creationId="{386E281C-1CC5-D03A-05D3-AB767E204401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7:01.390" v="1602"/>
          <ac:inkMkLst>
            <pc:docMk/>
            <pc:sldMk cId="1121774565" sldId="274"/>
            <ac:inkMk id="25" creationId="{C24D9C95-279F-7FE5-C8A5-23449F2F21F3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7:02.546" v="1603"/>
          <ac:inkMkLst>
            <pc:docMk/>
            <pc:sldMk cId="1121774565" sldId="274"/>
            <ac:inkMk id="26" creationId="{A7C775CE-CB29-4DAF-5A41-A1E527BBFC65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7:02.546" v="1604"/>
          <ac:inkMkLst>
            <pc:docMk/>
            <pc:sldMk cId="1121774565" sldId="274"/>
            <ac:inkMk id="27" creationId="{76802512-1582-3FBC-420E-A3AF96F19553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7:03.999" v="1605"/>
          <ac:inkMkLst>
            <pc:docMk/>
            <pc:sldMk cId="1121774565" sldId="274"/>
            <ac:inkMk id="28" creationId="{7793EBF9-29DE-55C8-D4E2-6F87E425E809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7:03.999" v="1606"/>
          <ac:inkMkLst>
            <pc:docMk/>
            <pc:sldMk cId="1121774565" sldId="274"/>
            <ac:inkMk id="29" creationId="{74065E5F-B756-F995-17ED-04A4AF58D772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7:03.999" v="1607"/>
          <ac:inkMkLst>
            <pc:docMk/>
            <pc:sldMk cId="1121774565" sldId="274"/>
            <ac:inkMk id="30" creationId="{7832B5DF-5E4E-91C2-4D42-BFF25D908AF6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7:06.280" v="1608"/>
          <ac:inkMkLst>
            <pc:docMk/>
            <pc:sldMk cId="1121774565" sldId="274"/>
            <ac:inkMk id="31" creationId="{596B2CEB-47A4-398E-7A92-BC738AAC050B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7:06.280" v="1609"/>
          <ac:inkMkLst>
            <pc:docMk/>
            <pc:sldMk cId="1121774565" sldId="274"/>
            <ac:inkMk id="32" creationId="{D4889686-169D-456D-B64C-CD461228DC4B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7:06.280" v="1610"/>
          <ac:inkMkLst>
            <pc:docMk/>
            <pc:sldMk cId="1121774565" sldId="274"/>
            <ac:inkMk id="33" creationId="{856BDB38-4713-0C56-3D15-844F8EBE7E30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7:09.749" v="1611"/>
          <ac:inkMkLst>
            <pc:docMk/>
            <pc:sldMk cId="1121774565" sldId="274"/>
            <ac:inkMk id="34" creationId="{83DFC94B-9898-491F-BEC4-4A62C728B86B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7:09.749" v="1612"/>
          <ac:inkMkLst>
            <pc:docMk/>
            <pc:sldMk cId="1121774565" sldId="274"/>
            <ac:inkMk id="35" creationId="{1BFE8767-34E1-877F-0A66-0AEB77BC1E6A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7:09.749" v="1613"/>
          <ac:inkMkLst>
            <pc:docMk/>
            <pc:sldMk cId="1121774565" sldId="274"/>
            <ac:inkMk id="36" creationId="{84E79159-44F3-214E-B1B7-3B8BEDFE86FF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7:09.749" v="1614"/>
          <ac:inkMkLst>
            <pc:docMk/>
            <pc:sldMk cId="1121774565" sldId="274"/>
            <ac:inkMk id="37" creationId="{E588324A-6A8A-A5EE-9818-D06124313D8B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7:09.749" v="1615"/>
          <ac:inkMkLst>
            <pc:docMk/>
            <pc:sldMk cId="1121774565" sldId="274"/>
            <ac:inkMk id="38" creationId="{5A254789-DCEC-E171-AD6F-B3CE7E843A01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7:09.749" v="1616"/>
          <ac:inkMkLst>
            <pc:docMk/>
            <pc:sldMk cId="1121774565" sldId="274"/>
            <ac:inkMk id="39" creationId="{0561CFC4-4E9F-BB99-B6C7-12489AAE249C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7:09.765" v="1617"/>
          <ac:inkMkLst>
            <pc:docMk/>
            <pc:sldMk cId="1121774565" sldId="274"/>
            <ac:inkMk id="40" creationId="{F6661445-358B-292E-43CE-DD49A28424A3}"/>
          </ac:inkMkLst>
        </pc:inkChg>
      </pc:sldChg>
      <pc:sldChg chg="addSp delSp modSp add replId">
        <pc:chgData name="Benoît Scalais" userId="S::benoit.scalais@belgiantrain.be::613da907-2e15-415f-94bc-d73c5f8eeb17" providerId="AD" clId="Web-{798A2401-D069-5F68-E159-978A7B53904A}" dt="2022-05-25T16:14:57.357" v="1301"/>
        <pc:sldMkLst>
          <pc:docMk/>
          <pc:sldMk cId="3649647974" sldId="275"/>
        </pc:sldMkLst>
        <pc:spChg chg="add mod">
          <ac:chgData name="Benoît Scalais" userId="S::benoit.scalais@belgiantrain.be::613da907-2e15-415f-94bc-d73c5f8eeb17" providerId="AD" clId="Web-{798A2401-D069-5F68-E159-978A7B53904A}" dt="2022-05-25T16:07:54.113" v="1202" actId="20577"/>
          <ac:spMkLst>
            <pc:docMk/>
            <pc:sldMk cId="3649647974" sldId="275"/>
            <ac:spMk id="6" creationId="{34263EAF-F045-1F18-2B63-B52D772D8277}"/>
          </ac:spMkLst>
        </pc:spChg>
        <pc:spChg chg="add del">
          <ac:chgData name="Benoît Scalais" userId="S::benoit.scalais@belgiantrain.be::613da907-2e15-415f-94bc-d73c5f8eeb17" providerId="AD" clId="Web-{798A2401-D069-5F68-E159-978A7B53904A}" dt="2022-05-25T16:14:21.356" v="1280"/>
          <ac:spMkLst>
            <pc:docMk/>
            <pc:sldMk cId="3649647974" sldId="275"/>
            <ac:spMk id="44" creationId="{0637BA9E-DDFF-8C12-B4CB-6FB96E9FA096}"/>
          </ac:spMkLst>
        </pc:spChg>
        <pc:picChg chg="add mod">
          <ac:chgData name="Benoît Scalais" userId="S::benoit.scalais@belgiantrain.be::613da907-2e15-415f-94bc-d73c5f8eeb17" providerId="AD" clId="Web-{798A2401-D069-5F68-E159-978A7B53904A}" dt="2022-05-25T16:13:59.153" v="1275" actId="1076"/>
          <ac:picMkLst>
            <pc:docMk/>
            <pc:sldMk cId="3649647974" sldId="275"/>
            <ac:picMk id="2" creationId="{8EFF6B61-AF2F-BD60-5391-B1019388639D}"/>
          </ac:picMkLst>
        </pc:picChg>
        <pc:picChg chg="add mod">
          <ac:chgData name="Benoît Scalais" userId="S::benoit.scalais@belgiantrain.be::613da907-2e15-415f-94bc-d73c5f8eeb17" providerId="AD" clId="Web-{798A2401-D069-5F68-E159-978A7B53904A}" dt="2022-05-25T16:13:47.981" v="1273" actId="14100"/>
          <ac:picMkLst>
            <pc:docMk/>
            <pc:sldMk cId="3649647974" sldId="275"/>
            <ac:picMk id="40" creationId="{ECA2DA72-F49F-18BB-0FD2-C23EE1444CD9}"/>
          </ac:picMkLst>
        </pc:picChg>
        <pc:inkChg chg="add">
          <ac:chgData name="Benoît Scalais" userId="S::benoit.scalais@belgiantrain.be::613da907-2e15-415f-94bc-d73c5f8eeb17" providerId="AD" clId="Web-{798A2401-D069-5F68-E159-978A7B53904A}" dt="2022-05-25T16:06:20.049" v="1116"/>
          <ac:inkMkLst>
            <pc:docMk/>
            <pc:sldMk cId="3649647974" sldId="275"/>
            <ac:inkMk id="3" creationId="{2B8944F6-9952-804D-864D-E172381F5A9A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6:20.064" v="1117"/>
          <ac:inkMkLst>
            <pc:docMk/>
            <pc:sldMk cId="3649647974" sldId="275"/>
            <ac:inkMk id="4" creationId="{CE028FF9-C0DF-75D7-9A1E-D8B8E23E0742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6:40.408" v="1118"/>
          <ac:inkMkLst>
            <pc:docMk/>
            <pc:sldMk cId="3649647974" sldId="275"/>
            <ac:inkMk id="5" creationId="{B8C875B8-E1D8-E0F1-6CB6-CF886885BDCC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7:54.519" v="1203"/>
          <ac:inkMkLst>
            <pc:docMk/>
            <pc:sldMk cId="3649647974" sldId="275"/>
            <ac:inkMk id="7" creationId="{2F2C5FD4-CFE9-B3C7-4C8B-98AE1D28C6F6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7:54.519" v="1204"/>
          <ac:inkMkLst>
            <pc:docMk/>
            <pc:sldMk cId="3649647974" sldId="275"/>
            <ac:inkMk id="8" creationId="{23790C79-5552-B9C7-9C95-F8C5E114FF7A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7:54.535" v="1205"/>
          <ac:inkMkLst>
            <pc:docMk/>
            <pc:sldMk cId="3649647974" sldId="275"/>
            <ac:inkMk id="9" creationId="{9A4E8406-4D3E-B04B-82C0-8882EBD46760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7:54.535" v="1206"/>
          <ac:inkMkLst>
            <pc:docMk/>
            <pc:sldMk cId="3649647974" sldId="275"/>
            <ac:inkMk id="10" creationId="{FBEC4652-2372-2554-159E-ABB562A2A79E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7:54.535" v="1207"/>
          <ac:inkMkLst>
            <pc:docMk/>
            <pc:sldMk cId="3649647974" sldId="275"/>
            <ac:inkMk id="11" creationId="{6B77A73C-2EB2-FD0F-2BB6-99F9D51C0F36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7:54.535" v="1208"/>
          <ac:inkMkLst>
            <pc:docMk/>
            <pc:sldMk cId="3649647974" sldId="275"/>
            <ac:inkMk id="12" creationId="{9559C1A2-CE33-638A-AD10-EEAB9EEC4EC3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7:54.535" v="1209"/>
          <ac:inkMkLst>
            <pc:docMk/>
            <pc:sldMk cId="3649647974" sldId="275"/>
            <ac:inkMk id="13" creationId="{D3780EFF-28CD-7BAA-718B-1C1BD248C768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7:54.535" v="1210"/>
          <ac:inkMkLst>
            <pc:docMk/>
            <pc:sldMk cId="3649647974" sldId="275"/>
            <ac:inkMk id="14" creationId="{3036B1C8-BEAE-D53E-A210-583564D37D77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7:55.879" v="1211"/>
          <ac:inkMkLst>
            <pc:docMk/>
            <pc:sldMk cId="3649647974" sldId="275"/>
            <ac:inkMk id="15" creationId="{DF8A15F2-0416-F435-089F-F53A490C7E93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7:55.879" v="1212"/>
          <ac:inkMkLst>
            <pc:docMk/>
            <pc:sldMk cId="3649647974" sldId="275"/>
            <ac:inkMk id="16" creationId="{409E4798-29A8-EF03-BB1C-9727DCA3EE0C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7:55.879" v="1213"/>
          <ac:inkMkLst>
            <pc:docMk/>
            <pc:sldMk cId="3649647974" sldId="275"/>
            <ac:inkMk id="17" creationId="{69A9CFB1-39F6-5D86-735A-2378DA0D8F05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7:55.895" v="1214"/>
          <ac:inkMkLst>
            <pc:docMk/>
            <pc:sldMk cId="3649647974" sldId="275"/>
            <ac:inkMk id="18" creationId="{062F8C38-3579-8F83-21B6-E91E3B2EEF57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7:57.301" v="1215"/>
          <ac:inkMkLst>
            <pc:docMk/>
            <pc:sldMk cId="3649647974" sldId="275"/>
            <ac:inkMk id="19" creationId="{385B7B44-767A-5D5A-3A1E-49DD7EA0ADC6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7:57.301" v="1216"/>
          <ac:inkMkLst>
            <pc:docMk/>
            <pc:sldMk cId="3649647974" sldId="275"/>
            <ac:inkMk id="20" creationId="{366AE910-DC74-2729-E96C-50808B0CEFE5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7:57.301" v="1217"/>
          <ac:inkMkLst>
            <pc:docMk/>
            <pc:sldMk cId="3649647974" sldId="275"/>
            <ac:inkMk id="21" creationId="{653EA889-D081-431E-3DB3-AB1BD741A9FD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7:57.301" v="1218"/>
          <ac:inkMkLst>
            <pc:docMk/>
            <pc:sldMk cId="3649647974" sldId="275"/>
            <ac:inkMk id="22" creationId="{EF72B360-8451-F308-1535-2DF80518F303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7:57.316" v="1219"/>
          <ac:inkMkLst>
            <pc:docMk/>
            <pc:sldMk cId="3649647974" sldId="275"/>
            <ac:inkMk id="23" creationId="{1E5C6811-4D06-CFEE-4501-806DBE7F59DE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7:57.316" v="1220"/>
          <ac:inkMkLst>
            <pc:docMk/>
            <pc:sldMk cId="3649647974" sldId="275"/>
            <ac:inkMk id="24" creationId="{04DAB945-FD4A-77C4-443D-24625517BDF1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8:00.410" v="1221"/>
          <ac:inkMkLst>
            <pc:docMk/>
            <pc:sldMk cId="3649647974" sldId="275"/>
            <ac:inkMk id="25" creationId="{AA7567C1-13D5-C38E-3172-87B0E22240D0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8:00.410" v="1222"/>
          <ac:inkMkLst>
            <pc:docMk/>
            <pc:sldMk cId="3649647974" sldId="275"/>
            <ac:inkMk id="26" creationId="{1CBCCABD-1B14-D13D-47F9-9A7B0B8F2B2F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8:00.410" v="1223"/>
          <ac:inkMkLst>
            <pc:docMk/>
            <pc:sldMk cId="3649647974" sldId="275"/>
            <ac:inkMk id="27" creationId="{65695B4B-057F-CC0D-12C0-56A21F789EF2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8:00.410" v="1224"/>
          <ac:inkMkLst>
            <pc:docMk/>
            <pc:sldMk cId="3649647974" sldId="275"/>
            <ac:inkMk id="28" creationId="{7AD16207-B965-53CC-7B50-DC661A22B4CF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8:00.410" v="1225"/>
          <ac:inkMkLst>
            <pc:docMk/>
            <pc:sldMk cId="3649647974" sldId="275"/>
            <ac:inkMk id="29" creationId="{C1D3BFE6-73DB-D54A-10D1-07CDC7363B03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8:02.020" v="1226"/>
          <ac:inkMkLst>
            <pc:docMk/>
            <pc:sldMk cId="3649647974" sldId="275"/>
            <ac:inkMk id="30" creationId="{0E206FF2-DD39-A5FD-E1BF-3081F5242A4A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8:02.020" v="1227"/>
          <ac:inkMkLst>
            <pc:docMk/>
            <pc:sldMk cId="3649647974" sldId="275"/>
            <ac:inkMk id="31" creationId="{EE44FCBE-E05D-F09A-78B0-E1F704E8DF8C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8:02.035" v="1228"/>
          <ac:inkMkLst>
            <pc:docMk/>
            <pc:sldMk cId="3649647974" sldId="275"/>
            <ac:inkMk id="32" creationId="{DA344D0E-EFA5-E36F-0080-62544F33CDBF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8:02.035" v="1229"/>
          <ac:inkMkLst>
            <pc:docMk/>
            <pc:sldMk cId="3649647974" sldId="275"/>
            <ac:inkMk id="33" creationId="{A0C7AB2B-620B-13C6-08DF-ECF9C946F839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8:02.035" v="1230"/>
          <ac:inkMkLst>
            <pc:docMk/>
            <pc:sldMk cId="3649647974" sldId="275"/>
            <ac:inkMk id="34" creationId="{D150B8F0-2F90-EB61-7246-114FA354D118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8:02.035" v="1231"/>
          <ac:inkMkLst>
            <pc:docMk/>
            <pc:sldMk cId="3649647974" sldId="275"/>
            <ac:inkMk id="35" creationId="{60E993E6-26FB-0531-70C2-AC99C7B130D7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8:02.035" v="1232"/>
          <ac:inkMkLst>
            <pc:docMk/>
            <pc:sldMk cId="3649647974" sldId="275"/>
            <ac:inkMk id="36" creationId="{68DCA2D0-26B4-0F64-240E-DDBB9897F873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8:02.051" v="1233"/>
          <ac:inkMkLst>
            <pc:docMk/>
            <pc:sldMk cId="3649647974" sldId="275"/>
            <ac:inkMk id="37" creationId="{B1907702-3B53-87FD-2357-9627341E85FD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8:09.880" v="1234"/>
          <ac:inkMkLst>
            <pc:docMk/>
            <pc:sldMk cId="3649647974" sldId="275"/>
            <ac:inkMk id="38" creationId="{DE438676-A033-7F39-5AAA-02625AB7C08F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8:09.895" v="1235"/>
          <ac:inkMkLst>
            <pc:docMk/>
            <pc:sldMk cId="3649647974" sldId="275"/>
            <ac:inkMk id="39" creationId="{B849FEC7-AADD-D3C6-EF93-CC1ED8BE8156}"/>
          </ac:inkMkLst>
        </pc:inkChg>
        <pc:inkChg chg="add mod">
          <ac:chgData name="Benoît Scalais" userId="S::benoit.scalais@belgiantrain.be::613da907-2e15-415f-94bc-d73c5f8eeb17" providerId="AD" clId="Web-{798A2401-D069-5F68-E159-978A7B53904A}" dt="2022-05-25T16:14:05.481" v="1276" actId="1076"/>
          <ac:inkMkLst>
            <pc:docMk/>
            <pc:sldMk cId="3649647974" sldId="275"/>
            <ac:inkMk id="41" creationId="{3D9B0614-9F8F-07F5-AAEE-625493E5AF99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14:11.419" v="1277"/>
          <ac:inkMkLst>
            <pc:docMk/>
            <pc:sldMk cId="3649647974" sldId="275"/>
            <ac:inkMk id="42" creationId="{01CFC482-5D81-DDCE-6D89-6F99AE460A83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14:11.434" v="1278"/>
          <ac:inkMkLst>
            <pc:docMk/>
            <pc:sldMk cId="3649647974" sldId="275"/>
            <ac:inkMk id="43" creationId="{94BA357D-0E9D-E5B0-9037-ECF560E235B3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14:36.201" v="1281"/>
          <ac:inkMkLst>
            <pc:docMk/>
            <pc:sldMk cId="3649647974" sldId="275"/>
            <ac:inkMk id="45" creationId="{85C68EEE-C048-25DF-EE4E-630EA9F9C71C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14:37.997" v="1282"/>
          <ac:inkMkLst>
            <pc:docMk/>
            <pc:sldMk cId="3649647974" sldId="275"/>
            <ac:inkMk id="46" creationId="{43C2BFDB-2AEF-5F57-DA85-ED052233B555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14:37.997" v="1283"/>
          <ac:inkMkLst>
            <pc:docMk/>
            <pc:sldMk cId="3649647974" sldId="275"/>
            <ac:inkMk id="47" creationId="{384C6077-DD81-5FB9-8406-7EC3730DC787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14:38.873" v="1284"/>
          <ac:inkMkLst>
            <pc:docMk/>
            <pc:sldMk cId="3649647974" sldId="275"/>
            <ac:inkMk id="48" creationId="{01591B8D-C399-E752-2B28-F93C471CF7C3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14:38.873" v="1285"/>
          <ac:inkMkLst>
            <pc:docMk/>
            <pc:sldMk cId="3649647974" sldId="275"/>
            <ac:inkMk id="49" creationId="{6BEBEEC4-91AF-15E4-F35F-53ADFE6D4D85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14:43.513" v="1286"/>
          <ac:inkMkLst>
            <pc:docMk/>
            <pc:sldMk cId="3649647974" sldId="275"/>
            <ac:inkMk id="50" creationId="{7543DED7-FA5B-8A0C-867C-BA62F1743B7D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14:43.513" v="1287"/>
          <ac:inkMkLst>
            <pc:docMk/>
            <pc:sldMk cId="3649647974" sldId="275"/>
            <ac:inkMk id="51" creationId="{5E059DE5-A971-B04D-19FA-BE14A6B6B1E7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14:43.513" v="1288"/>
          <ac:inkMkLst>
            <pc:docMk/>
            <pc:sldMk cId="3649647974" sldId="275"/>
            <ac:inkMk id="52" creationId="{CB46C5E1-B5AF-3FE1-81AC-F0DB8B83DD92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14:43.513" v="1289"/>
          <ac:inkMkLst>
            <pc:docMk/>
            <pc:sldMk cId="3649647974" sldId="275"/>
            <ac:inkMk id="53" creationId="{5C32C090-83C8-2E3B-FB9E-4ABC735795C9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14:43.529" v="1290"/>
          <ac:inkMkLst>
            <pc:docMk/>
            <pc:sldMk cId="3649647974" sldId="275"/>
            <ac:inkMk id="54" creationId="{77888BD5-CD74-8754-C2E9-0A4F9990C9A8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14:48.982" v="1291"/>
          <ac:inkMkLst>
            <pc:docMk/>
            <pc:sldMk cId="3649647974" sldId="275"/>
            <ac:inkMk id="55" creationId="{0A134D69-B172-953B-9C85-14023578613B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14:48.998" v="1292"/>
          <ac:inkMkLst>
            <pc:docMk/>
            <pc:sldMk cId="3649647974" sldId="275"/>
            <ac:inkMk id="56" creationId="{222FC57A-3FC9-0FCC-9911-9E198D1BED23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14:48.998" v="1293"/>
          <ac:inkMkLst>
            <pc:docMk/>
            <pc:sldMk cId="3649647974" sldId="275"/>
            <ac:inkMk id="57" creationId="{649A5043-0E09-3EF7-029E-E7E9C0B7B4FF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14:48.998" v="1294"/>
          <ac:inkMkLst>
            <pc:docMk/>
            <pc:sldMk cId="3649647974" sldId="275"/>
            <ac:inkMk id="58" creationId="{4476C8D1-5A81-114B-D0EB-E3FD6EFB8676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14:48.998" v="1295"/>
          <ac:inkMkLst>
            <pc:docMk/>
            <pc:sldMk cId="3649647974" sldId="275"/>
            <ac:inkMk id="59" creationId="{8CB24F18-B6CE-7CD1-E260-DE0E355FF1CD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14:50.279" v="1296"/>
          <ac:inkMkLst>
            <pc:docMk/>
            <pc:sldMk cId="3649647974" sldId="275"/>
            <ac:inkMk id="60" creationId="{F033B014-8AC7-6604-3355-102A70A9CE33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14:51.638" v="1297"/>
          <ac:inkMkLst>
            <pc:docMk/>
            <pc:sldMk cId="3649647974" sldId="275"/>
            <ac:inkMk id="61" creationId="{023CACDB-77AF-1AA9-7BBB-26F0E6A952BF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14:51.638" v="1298"/>
          <ac:inkMkLst>
            <pc:docMk/>
            <pc:sldMk cId="3649647974" sldId="275"/>
            <ac:inkMk id="62" creationId="{AFC6C43E-891B-1DAB-4616-195B87595033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14:55.639" v="1299"/>
          <ac:inkMkLst>
            <pc:docMk/>
            <pc:sldMk cId="3649647974" sldId="275"/>
            <ac:inkMk id="63" creationId="{01E3BE62-F3D0-C837-A58E-4180B9DEC7C9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14:55.654" v="1300"/>
          <ac:inkMkLst>
            <pc:docMk/>
            <pc:sldMk cId="3649647974" sldId="275"/>
            <ac:inkMk id="64" creationId="{FDD062B3-13FC-1182-B156-C53BC5BF9278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14:57.357" v="1301"/>
          <ac:inkMkLst>
            <pc:docMk/>
            <pc:sldMk cId="3649647974" sldId="275"/>
            <ac:inkMk id="65" creationId="{D0D494FC-E486-EC14-74C9-3F1995A29D4B}"/>
          </ac:inkMkLst>
        </pc:inkChg>
      </pc:sldChg>
      <pc:sldChg chg="addSp delSp modSp add replId">
        <pc:chgData name="Benoît Scalais" userId="S::benoit.scalais@belgiantrain.be::613da907-2e15-415f-94bc-d73c5f8eeb17" providerId="AD" clId="Web-{798A2401-D069-5F68-E159-978A7B53904A}" dt="2022-05-25T16:12:49.448" v="1266" actId="1076"/>
        <pc:sldMkLst>
          <pc:docMk/>
          <pc:sldMk cId="836147379" sldId="276"/>
        </pc:sldMkLst>
        <pc:spChg chg="add mod">
          <ac:chgData name="Benoît Scalais" userId="S::benoit.scalais@belgiantrain.be::613da907-2e15-415f-94bc-d73c5f8eeb17" providerId="AD" clId="Web-{798A2401-D069-5F68-E159-978A7B53904A}" dt="2022-05-25T16:05:36.438" v="1108" actId="20577"/>
          <ac:spMkLst>
            <pc:docMk/>
            <pc:sldMk cId="836147379" sldId="276"/>
            <ac:spMk id="15" creationId="{DAF46AE8-B973-D5A2-11C6-FF18D97A6664}"/>
          </ac:spMkLst>
        </pc:spChg>
        <pc:picChg chg="add mod">
          <ac:chgData name="Benoît Scalais" userId="S::benoit.scalais@belgiantrain.be::613da907-2e15-415f-94bc-d73c5f8eeb17" providerId="AD" clId="Web-{798A2401-D069-5F68-E159-978A7B53904A}" dt="2022-05-25T16:02:38.762" v="1055" actId="14100"/>
          <ac:picMkLst>
            <pc:docMk/>
            <pc:sldMk cId="836147379" sldId="276"/>
            <ac:picMk id="2" creationId="{EC924B34-14BE-91DD-21DD-A39BD51D013C}"/>
          </ac:picMkLst>
        </pc:picChg>
        <pc:picChg chg="add mod">
          <ac:chgData name="Benoît Scalais" userId="S::benoit.scalais@belgiantrain.be::613da907-2e15-415f-94bc-d73c5f8eeb17" providerId="AD" clId="Web-{798A2401-D069-5F68-E159-978A7B53904A}" dt="2022-05-25T16:03:35.357" v="1066" actId="1076"/>
          <ac:picMkLst>
            <pc:docMk/>
            <pc:sldMk cId="836147379" sldId="276"/>
            <ac:picMk id="10" creationId="{F812FAF3-BA92-5C77-4258-CD54D645CBF9}"/>
          </ac:picMkLst>
        </pc:picChg>
        <pc:picChg chg="add mod">
          <ac:chgData name="Benoît Scalais" userId="S::benoit.scalais@belgiantrain.be::613da907-2e15-415f-94bc-d73c5f8eeb17" providerId="AD" clId="Web-{798A2401-D069-5F68-E159-978A7B53904A}" dt="2022-05-25T16:08:48.177" v="1242" actId="14100"/>
          <ac:picMkLst>
            <pc:docMk/>
            <pc:sldMk cId="836147379" sldId="276"/>
            <ac:picMk id="16" creationId="{95278398-64FC-7076-E236-DC80BF11C917}"/>
          </ac:picMkLst>
        </pc:picChg>
        <pc:picChg chg="add mod">
          <ac:chgData name="Benoît Scalais" userId="S::benoit.scalais@belgiantrain.be::613da907-2e15-415f-94bc-d73c5f8eeb17" providerId="AD" clId="Web-{798A2401-D069-5F68-E159-978A7B53904A}" dt="2022-05-25T16:12:49.448" v="1266" actId="1076"/>
          <ac:picMkLst>
            <pc:docMk/>
            <pc:sldMk cId="836147379" sldId="276"/>
            <ac:picMk id="34" creationId="{52C2A0D8-416A-37A7-EB71-B59726704D41}"/>
          </ac:picMkLst>
        </pc:picChg>
        <pc:inkChg chg="add">
          <ac:chgData name="Benoît Scalais" userId="S::benoit.scalais@belgiantrain.be::613da907-2e15-415f-94bc-d73c5f8eeb17" providerId="AD" clId="Web-{798A2401-D069-5F68-E159-978A7B53904A}" dt="2022-05-25T16:02:48.747" v="1056"/>
          <ac:inkMkLst>
            <pc:docMk/>
            <pc:sldMk cId="836147379" sldId="276"/>
            <ac:inkMk id="3" creationId="{8755D1B3-44B9-CE51-0D97-3485249E38B6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2:48.762" v="1057"/>
          <ac:inkMkLst>
            <pc:docMk/>
            <pc:sldMk cId="836147379" sldId="276"/>
            <ac:inkMk id="4" creationId="{4068A249-806C-DB6E-405C-DC76B2666242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2:51.466" v="1058"/>
          <ac:inkMkLst>
            <pc:docMk/>
            <pc:sldMk cId="836147379" sldId="276"/>
            <ac:inkMk id="5" creationId="{866487EA-3618-06BD-E841-06448FBDCF0C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2:53.278" v="1059"/>
          <ac:inkMkLst>
            <pc:docMk/>
            <pc:sldMk cId="836147379" sldId="276"/>
            <ac:inkMk id="6" creationId="{D8969A62-5BF4-C309-DA51-AD52FD33F388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2:53.278" v="1060"/>
          <ac:inkMkLst>
            <pc:docMk/>
            <pc:sldMk cId="836147379" sldId="276"/>
            <ac:inkMk id="7" creationId="{ECE44B32-85D1-0D01-052F-F7DF1C611ED8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2:55.294" v="1061"/>
          <ac:inkMkLst>
            <pc:docMk/>
            <pc:sldMk cId="836147379" sldId="276"/>
            <ac:inkMk id="8" creationId="{F0386C6B-6BD2-A6DC-BAD6-94F09621C305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2:55.294" v="1062"/>
          <ac:inkMkLst>
            <pc:docMk/>
            <pc:sldMk cId="836147379" sldId="276"/>
            <ac:inkMk id="9" creationId="{89DBCBD2-287F-8C2A-3140-9FDE78E26C82}"/>
          </ac:inkMkLst>
        </pc:inkChg>
        <pc:inkChg chg="add del">
          <ac:chgData name="Benoît Scalais" userId="S::benoit.scalais@belgiantrain.be::613da907-2e15-415f-94bc-d73c5f8eeb17" providerId="AD" clId="Web-{798A2401-D069-5F68-E159-978A7B53904A}" dt="2022-05-25T16:03:44.670" v="1068"/>
          <ac:inkMkLst>
            <pc:docMk/>
            <pc:sldMk cId="836147379" sldId="276"/>
            <ac:inkMk id="11" creationId="{605B4E97-C13B-1E01-EB3F-DA9CB9E5A18F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3:46.920" v="1069"/>
          <ac:inkMkLst>
            <pc:docMk/>
            <pc:sldMk cId="836147379" sldId="276"/>
            <ac:inkMk id="12" creationId="{2A1B2540-C8AB-47E2-E5BE-9B1AE0983002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3:46.920" v="1070"/>
          <ac:inkMkLst>
            <pc:docMk/>
            <pc:sldMk cId="836147379" sldId="276"/>
            <ac:inkMk id="13" creationId="{196DA544-86FC-4AC2-4F5E-CBFA958FE5FC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3:48.295" v="1071"/>
          <ac:inkMkLst>
            <pc:docMk/>
            <pc:sldMk cId="836147379" sldId="276"/>
            <ac:inkMk id="14" creationId="{694F0886-D602-001D-FCD5-08BFB915DDE6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9:05.490" v="1243"/>
          <ac:inkMkLst>
            <pc:docMk/>
            <pc:sldMk cId="836147379" sldId="276"/>
            <ac:inkMk id="17" creationId="{6FA7832B-631D-EBF4-9008-016C26BE244F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9:05.490" v="1244"/>
          <ac:inkMkLst>
            <pc:docMk/>
            <pc:sldMk cId="836147379" sldId="276"/>
            <ac:inkMk id="18" creationId="{CB001E27-CB97-536E-F706-3893D609D082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9:09.099" v="1245"/>
          <ac:inkMkLst>
            <pc:docMk/>
            <pc:sldMk cId="836147379" sldId="276"/>
            <ac:inkMk id="19" creationId="{26C8C74D-1C1D-F168-0431-35827C171DDE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9:12.474" v="1246"/>
          <ac:inkMkLst>
            <pc:docMk/>
            <pc:sldMk cId="836147379" sldId="276"/>
            <ac:inkMk id="20" creationId="{93DED3EE-13B2-4393-66DB-3EF208AF86B6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9:14.959" v="1247"/>
          <ac:inkMkLst>
            <pc:docMk/>
            <pc:sldMk cId="836147379" sldId="276"/>
            <ac:inkMk id="21" creationId="{B4D52559-0C04-40FE-E203-BFB85A753BFC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9:16.506" v="1248"/>
          <ac:inkMkLst>
            <pc:docMk/>
            <pc:sldMk cId="836147379" sldId="276"/>
            <ac:inkMk id="22" creationId="{62B0F4B7-EC58-07E6-86A5-FC99F17BB122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9:16.521" v="1249"/>
          <ac:inkMkLst>
            <pc:docMk/>
            <pc:sldMk cId="836147379" sldId="276"/>
            <ac:inkMk id="23" creationId="{94553A79-0DCC-02C0-5616-77DE5F794C45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9:18.350" v="1250"/>
          <ac:inkMkLst>
            <pc:docMk/>
            <pc:sldMk cId="836147379" sldId="276"/>
            <ac:inkMk id="24" creationId="{1D216D3F-3261-E1C6-BB5E-3DA395276883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9:18.350" v="1251"/>
          <ac:inkMkLst>
            <pc:docMk/>
            <pc:sldMk cId="836147379" sldId="276"/>
            <ac:inkMk id="25" creationId="{11080A4D-F80B-04FD-7E9F-2E8A2E7F76D1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9:19.162" v="1252"/>
          <ac:inkMkLst>
            <pc:docMk/>
            <pc:sldMk cId="836147379" sldId="276"/>
            <ac:inkMk id="26" creationId="{58740176-AC47-7C19-D764-CC8876528764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9:22.443" v="1253"/>
          <ac:inkMkLst>
            <pc:docMk/>
            <pc:sldMk cId="836147379" sldId="276"/>
            <ac:inkMk id="27" creationId="{22F60CA7-50B9-43C2-0FC2-8EC2F35CC9EB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9:22.443" v="1254"/>
          <ac:inkMkLst>
            <pc:docMk/>
            <pc:sldMk cId="836147379" sldId="276"/>
            <ac:inkMk id="28" creationId="{9D6C5D4A-08D4-1F0F-23E5-2B8372BD2208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9:26.272" v="1255"/>
          <ac:inkMkLst>
            <pc:docMk/>
            <pc:sldMk cId="836147379" sldId="276"/>
            <ac:inkMk id="29" creationId="{65E9B825-5229-530A-EDC6-F3FEC32BA33C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9:30.975" v="1256"/>
          <ac:inkMkLst>
            <pc:docMk/>
            <pc:sldMk cId="836147379" sldId="276"/>
            <ac:inkMk id="30" creationId="{E678A8DF-BCF7-C8A5-FF66-5D455A541810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9:31.600" v="1257"/>
          <ac:inkMkLst>
            <pc:docMk/>
            <pc:sldMk cId="836147379" sldId="276"/>
            <ac:inkMk id="31" creationId="{AA75F936-CBF3-6DB4-F7B9-F865AF07AF4D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9:36.256" v="1258"/>
          <ac:inkMkLst>
            <pc:docMk/>
            <pc:sldMk cId="836147379" sldId="276"/>
            <ac:inkMk id="32" creationId="{EBD2855B-C31D-03FA-8FB5-CDCC92DDF854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9:37.444" v="1259"/>
          <ac:inkMkLst>
            <pc:docMk/>
            <pc:sldMk cId="836147379" sldId="276"/>
            <ac:inkMk id="33" creationId="{5295B2DC-15AD-8015-DB94-0908E068E845}"/>
          </ac:inkMkLst>
        </pc:inkChg>
      </pc:sldChg>
      <pc:sldChg chg="addSp delSp modSp add replId">
        <pc:chgData name="Benoît Scalais" userId="S::benoit.scalais@belgiantrain.be::613da907-2e15-415f-94bc-d73c5f8eeb17" providerId="AD" clId="Web-{798A2401-D069-5F68-E159-978A7B53904A}" dt="2022-05-25T16:02:17.605" v="1050" actId="20577"/>
        <pc:sldMkLst>
          <pc:docMk/>
          <pc:sldMk cId="3136337871" sldId="277"/>
        </pc:sldMkLst>
        <pc:spChg chg="add mod">
          <ac:chgData name="Benoît Scalais" userId="S::benoit.scalais@belgiantrain.be::613da907-2e15-415f-94bc-d73c5f8eeb17" providerId="AD" clId="Web-{798A2401-D069-5F68-E159-978A7B53904A}" dt="2022-05-25T16:02:17.605" v="1050" actId="20577"/>
          <ac:spMkLst>
            <pc:docMk/>
            <pc:sldMk cId="3136337871" sldId="277"/>
            <ac:spMk id="15" creationId="{C532E1B0-1654-193F-E786-7DE380EE18D2}"/>
          </ac:spMkLst>
        </pc:spChg>
        <pc:picChg chg="add del mod">
          <ac:chgData name="Benoît Scalais" userId="S::benoit.scalais@belgiantrain.be::613da907-2e15-415f-94bc-d73c5f8eeb17" providerId="AD" clId="Web-{798A2401-D069-5F68-E159-978A7B53904A}" dt="2022-05-25T15:58:26.069" v="924"/>
          <ac:picMkLst>
            <pc:docMk/>
            <pc:sldMk cId="3136337871" sldId="277"/>
            <ac:picMk id="2" creationId="{641FFEB6-0575-138E-EF3F-6F94D5C53447}"/>
          </ac:picMkLst>
        </pc:picChg>
        <pc:picChg chg="add mod">
          <ac:chgData name="Benoît Scalais" userId="S::benoit.scalais@belgiantrain.be::613da907-2e15-415f-94bc-d73c5f8eeb17" providerId="AD" clId="Web-{798A2401-D069-5F68-E159-978A7B53904A}" dt="2022-05-25T15:59:23.664" v="942" actId="1076"/>
          <ac:picMkLst>
            <pc:docMk/>
            <pc:sldMk cId="3136337871" sldId="277"/>
            <ac:picMk id="3" creationId="{2224F845-AE94-1BD9-56FD-E24F1295CE3F}"/>
          </ac:picMkLst>
        </pc:picChg>
        <pc:picChg chg="add mod">
          <ac:chgData name="Benoît Scalais" userId="S::benoit.scalais@belgiantrain.be::613da907-2e15-415f-94bc-d73c5f8eeb17" providerId="AD" clId="Web-{798A2401-D069-5F68-E159-978A7B53904A}" dt="2022-05-25T15:59:58.571" v="949" actId="14100"/>
          <ac:picMkLst>
            <pc:docMk/>
            <pc:sldMk cId="3136337871" sldId="277"/>
            <ac:picMk id="4" creationId="{11D3EECB-2D09-0E0E-2B39-28B705AB5F56}"/>
          </ac:picMkLst>
        </pc:picChg>
        <pc:inkChg chg="add">
          <ac:chgData name="Benoît Scalais" userId="S::benoit.scalais@belgiantrain.be::613da907-2e15-415f-94bc-d73c5f8eeb17" providerId="AD" clId="Web-{798A2401-D069-5F68-E159-978A7B53904A}" dt="2022-05-25T16:00:10.759" v="950"/>
          <ac:inkMkLst>
            <pc:docMk/>
            <pc:sldMk cId="3136337871" sldId="277"/>
            <ac:inkMk id="5" creationId="{F184D3E9-05BB-F45F-42AB-0A93A58AF7B3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0:13.228" v="951"/>
          <ac:inkMkLst>
            <pc:docMk/>
            <pc:sldMk cId="3136337871" sldId="277"/>
            <ac:inkMk id="6" creationId="{56D68B16-D517-042E-9C7E-86531EEFF0DD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0:15.712" v="952"/>
          <ac:inkMkLst>
            <pc:docMk/>
            <pc:sldMk cId="3136337871" sldId="277"/>
            <ac:inkMk id="7" creationId="{41560E6F-1545-B137-23AF-1E52B5DB060E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0:15.712" v="953"/>
          <ac:inkMkLst>
            <pc:docMk/>
            <pc:sldMk cId="3136337871" sldId="277"/>
            <ac:inkMk id="8" creationId="{814B62C5-3E4E-82A2-170E-8B461D501590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0:23.915" v="954"/>
          <ac:inkMkLst>
            <pc:docMk/>
            <pc:sldMk cId="3136337871" sldId="277"/>
            <ac:inkMk id="9" creationId="{8AFE0389-7AF8-FBA8-4D82-6ED772B7E3A6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0:27.931" v="955"/>
          <ac:inkMkLst>
            <pc:docMk/>
            <pc:sldMk cId="3136337871" sldId="277"/>
            <ac:inkMk id="10" creationId="{32F5F447-8690-233F-E071-6CDC284687E3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0:27.931" v="956"/>
          <ac:inkMkLst>
            <pc:docMk/>
            <pc:sldMk cId="3136337871" sldId="277"/>
            <ac:inkMk id="11" creationId="{CA8C02F7-E06C-F821-9348-B17E2C775639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0:29.040" v="957"/>
          <ac:inkMkLst>
            <pc:docMk/>
            <pc:sldMk cId="3136337871" sldId="277"/>
            <ac:inkMk id="12" creationId="{E98E846E-3B01-CBED-3D58-A09D5496914E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0:29.040" v="958"/>
          <ac:inkMkLst>
            <pc:docMk/>
            <pc:sldMk cId="3136337871" sldId="277"/>
            <ac:inkMk id="13" creationId="{473707EE-D431-95DC-7C44-8280EAB66D01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00:30.244" v="959"/>
          <ac:inkMkLst>
            <pc:docMk/>
            <pc:sldMk cId="3136337871" sldId="277"/>
            <ac:inkMk id="14" creationId="{22CFC5BB-F7D9-F947-FF19-FEF08072D6DC}"/>
          </ac:inkMkLst>
        </pc:inkChg>
      </pc:sldChg>
      <pc:sldChg chg="add del replId">
        <pc:chgData name="Benoît Scalais" userId="S::benoit.scalais@belgiantrain.be::613da907-2e15-415f-94bc-d73c5f8eeb17" providerId="AD" clId="Web-{798A2401-D069-5F68-E159-978A7B53904A}" dt="2022-05-25T16:26:43.920" v="1579"/>
        <pc:sldMkLst>
          <pc:docMk/>
          <pc:sldMk cId="169525745" sldId="278"/>
        </pc:sldMkLst>
      </pc:sldChg>
      <pc:sldChg chg="add del replId">
        <pc:chgData name="Benoît Scalais" userId="S::benoit.scalais@belgiantrain.be::613da907-2e15-415f-94bc-d73c5f8eeb17" providerId="AD" clId="Web-{798A2401-D069-5F68-E159-978A7B53904A}" dt="2022-05-25T16:26:43.936" v="1580"/>
        <pc:sldMkLst>
          <pc:docMk/>
          <pc:sldMk cId="3668927505" sldId="279"/>
        </pc:sldMkLst>
      </pc:sldChg>
      <pc:sldChg chg="addSp modSp add ord replId">
        <pc:chgData name="Benoît Scalais" userId="S::benoit.scalais@belgiantrain.be::613da907-2e15-415f-94bc-d73c5f8eeb17" providerId="AD" clId="Web-{798A2401-D069-5F68-E159-978A7B53904A}" dt="2022-05-25T16:17:24.048" v="1361"/>
        <pc:sldMkLst>
          <pc:docMk/>
          <pc:sldMk cId="2887450878" sldId="280"/>
        </pc:sldMkLst>
        <pc:spChg chg="add mod">
          <ac:chgData name="Benoît Scalais" userId="S::benoit.scalais@belgiantrain.be::613da907-2e15-415f-94bc-d73c5f8eeb17" providerId="AD" clId="Web-{798A2401-D069-5F68-E159-978A7B53904A}" dt="2022-05-25T16:17:16.314" v="1360" actId="20577"/>
          <ac:spMkLst>
            <pc:docMk/>
            <pc:sldMk cId="2887450878" sldId="280"/>
            <ac:spMk id="16" creationId="{1BAF720D-97D9-757D-1D36-5C02A111A106}"/>
          </ac:spMkLst>
        </pc:spChg>
        <pc:picChg chg="add mod">
          <ac:chgData name="Benoît Scalais" userId="S::benoit.scalais@belgiantrain.be::613da907-2e15-415f-94bc-d73c5f8eeb17" providerId="AD" clId="Web-{798A2401-D069-5F68-E159-978A7B53904A}" dt="2022-05-25T16:15:45.999" v="1310" actId="14100"/>
          <ac:picMkLst>
            <pc:docMk/>
            <pc:sldMk cId="2887450878" sldId="280"/>
            <ac:picMk id="2" creationId="{F1F1450F-A0B6-736B-8ED9-37457E0DF74C}"/>
          </ac:picMkLst>
        </pc:picChg>
        <pc:inkChg chg="add">
          <ac:chgData name="Benoît Scalais" userId="S::benoit.scalais@belgiantrain.be::613da907-2e15-415f-94bc-d73c5f8eeb17" providerId="AD" clId="Web-{798A2401-D069-5F68-E159-978A7B53904A}" dt="2022-05-25T16:15:56.749" v="1311"/>
          <ac:inkMkLst>
            <pc:docMk/>
            <pc:sldMk cId="2887450878" sldId="280"/>
            <ac:inkMk id="3" creationId="{463E650A-788A-53B6-A7E2-9EDDB2C28359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15:56.749" v="1312"/>
          <ac:inkMkLst>
            <pc:docMk/>
            <pc:sldMk cId="2887450878" sldId="280"/>
            <ac:inkMk id="4" creationId="{8244F377-0E6A-5B58-ABFC-EB6252E2FD27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15:58.249" v="1313"/>
          <ac:inkMkLst>
            <pc:docMk/>
            <pc:sldMk cId="2887450878" sldId="280"/>
            <ac:inkMk id="5" creationId="{D49F504B-64D0-D940-ECA8-A4F5361A7B5B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15:58.249" v="1314"/>
          <ac:inkMkLst>
            <pc:docMk/>
            <pc:sldMk cId="2887450878" sldId="280"/>
            <ac:inkMk id="6" creationId="{C4B97C65-18D2-2F2B-888D-42306DB4EFE5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15:58.249" v="1315"/>
          <ac:inkMkLst>
            <pc:docMk/>
            <pc:sldMk cId="2887450878" sldId="280"/>
            <ac:inkMk id="7" creationId="{621EA876-9164-D0CE-542F-EB892A24AAB7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16:00.187" v="1316"/>
          <ac:inkMkLst>
            <pc:docMk/>
            <pc:sldMk cId="2887450878" sldId="280"/>
            <ac:inkMk id="8" creationId="{A1F65030-3C40-3378-C6A4-E63626EC2A41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16:00.187" v="1317"/>
          <ac:inkMkLst>
            <pc:docMk/>
            <pc:sldMk cId="2887450878" sldId="280"/>
            <ac:inkMk id="9" creationId="{662287B3-F8AE-8117-63B2-0B3F56CE6265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16:00.187" v="1318"/>
          <ac:inkMkLst>
            <pc:docMk/>
            <pc:sldMk cId="2887450878" sldId="280"/>
            <ac:inkMk id="10" creationId="{FB037741-86B3-5FD4-1252-06E21102EC15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16:01.328" v="1319"/>
          <ac:inkMkLst>
            <pc:docMk/>
            <pc:sldMk cId="2887450878" sldId="280"/>
            <ac:inkMk id="11" creationId="{CA710F56-6AE7-11BE-1114-902831EC5D6C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16:02.624" v="1320"/>
          <ac:inkMkLst>
            <pc:docMk/>
            <pc:sldMk cId="2887450878" sldId="280"/>
            <ac:inkMk id="12" creationId="{7479407A-E6B0-2658-9AFA-5E12F101D6D3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16:02.624" v="1321"/>
          <ac:inkMkLst>
            <pc:docMk/>
            <pc:sldMk cId="2887450878" sldId="280"/>
            <ac:inkMk id="13" creationId="{F74B2EFE-25B8-718A-C719-048014F49655}"/>
          </ac:inkMkLst>
        </pc:inkChg>
        <pc:inkChg chg="add mod">
          <ac:chgData name="Benoît Scalais" userId="S::benoit.scalais@belgiantrain.be::613da907-2e15-415f-94bc-d73c5f8eeb17" providerId="AD" clId="Web-{798A2401-D069-5F68-E159-978A7B53904A}" dt="2022-05-25T16:16:27.359" v="1324" actId="14100"/>
          <ac:inkMkLst>
            <pc:docMk/>
            <pc:sldMk cId="2887450878" sldId="280"/>
            <ac:inkMk id="15" creationId="{B3EA4451-97E4-9C16-3FD8-BA0FB2452210}"/>
          </ac:inkMkLst>
        </pc:inkChg>
      </pc:sldChg>
      <pc:sldChg chg="addSp delSp modSp add replId">
        <pc:chgData name="Benoît Scalais" userId="S::benoit.scalais@belgiantrain.be::613da907-2e15-415f-94bc-d73c5f8eeb17" providerId="AD" clId="Web-{798A2401-D069-5F68-E159-978A7B53904A}" dt="2022-05-25T16:28:20.485" v="1659" actId="20577"/>
        <pc:sldMkLst>
          <pc:docMk/>
          <pc:sldMk cId="1964390251" sldId="281"/>
        </pc:sldMkLst>
        <pc:spChg chg="add mod">
          <ac:chgData name="Benoît Scalais" userId="S::benoit.scalais@belgiantrain.be::613da907-2e15-415f-94bc-d73c5f8eeb17" providerId="AD" clId="Web-{798A2401-D069-5F68-E159-978A7B53904A}" dt="2022-05-25T16:28:20.485" v="1659" actId="20577"/>
          <ac:spMkLst>
            <pc:docMk/>
            <pc:sldMk cId="1964390251" sldId="281"/>
            <ac:spMk id="23" creationId="{A4C81E32-5187-D8E4-585A-C203FCD271E6}"/>
          </ac:spMkLst>
        </pc:spChg>
        <pc:picChg chg="add mod">
          <ac:chgData name="Benoît Scalais" userId="S::benoit.scalais@belgiantrain.be::613da907-2e15-415f-94bc-d73c5f8eeb17" providerId="AD" clId="Web-{798A2401-D069-5F68-E159-978A7B53904A}" dt="2022-05-25T16:15:25.358" v="1306" actId="14100"/>
          <ac:picMkLst>
            <pc:docMk/>
            <pc:sldMk cId="1964390251" sldId="281"/>
            <ac:picMk id="2" creationId="{79E2FFE6-14F1-8EFE-5367-F771A3B68E29}"/>
          </ac:picMkLst>
        </pc:picChg>
        <pc:inkChg chg="add">
          <ac:chgData name="Benoît Scalais" userId="S::benoit.scalais@belgiantrain.be::613da907-2e15-415f-94bc-d73c5f8eeb17" providerId="AD" clId="Web-{798A2401-D069-5F68-E159-978A7B53904A}" dt="2022-05-25T16:27:22.656" v="1618"/>
          <ac:inkMkLst>
            <pc:docMk/>
            <pc:sldMk cId="1964390251" sldId="281"/>
            <ac:inkMk id="3" creationId="{35078991-5A4B-5B99-6249-3CA1D55F6496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7:22.656" v="1619"/>
          <ac:inkMkLst>
            <pc:docMk/>
            <pc:sldMk cId="1964390251" sldId="281"/>
            <ac:inkMk id="4" creationId="{9514BF00-F83C-63BC-0037-07339895B4DC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7:22.656" v="1620"/>
          <ac:inkMkLst>
            <pc:docMk/>
            <pc:sldMk cId="1964390251" sldId="281"/>
            <ac:inkMk id="5" creationId="{C68D3F0A-F4A6-3FD8-2CCA-BDAA3FF377F9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7:22.656" v="1621"/>
          <ac:inkMkLst>
            <pc:docMk/>
            <pc:sldMk cId="1964390251" sldId="281"/>
            <ac:inkMk id="6" creationId="{73EDEFD0-766E-A7D8-B432-4E0465E85C09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7:22.671" v="1622"/>
          <ac:inkMkLst>
            <pc:docMk/>
            <pc:sldMk cId="1964390251" sldId="281"/>
            <ac:inkMk id="7" creationId="{C03882F0-6798-D79C-9E81-222D9EFC6E91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7:22.671" v="1623"/>
          <ac:inkMkLst>
            <pc:docMk/>
            <pc:sldMk cId="1964390251" sldId="281"/>
            <ac:inkMk id="8" creationId="{FA8AAFA6-44C3-2480-9736-411E4F997B7B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7:22.671" v="1624"/>
          <ac:inkMkLst>
            <pc:docMk/>
            <pc:sldMk cId="1964390251" sldId="281"/>
            <ac:inkMk id="9" creationId="{86997AE4-5D4A-8304-8367-CAE81F898191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7:22.671" v="1625"/>
          <ac:inkMkLst>
            <pc:docMk/>
            <pc:sldMk cId="1964390251" sldId="281"/>
            <ac:inkMk id="10" creationId="{0664D5C6-0FB4-5D51-A20B-382778F0F8D3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7:22.671" v="1626"/>
          <ac:inkMkLst>
            <pc:docMk/>
            <pc:sldMk cId="1964390251" sldId="281"/>
            <ac:inkMk id="11" creationId="{AD281E45-4D42-F486-D2AB-FF5E60915120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7:22.671" v="1627"/>
          <ac:inkMkLst>
            <pc:docMk/>
            <pc:sldMk cId="1964390251" sldId="281"/>
            <ac:inkMk id="12" creationId="{4378FEEE-536D-A506-7078-1B000839E72F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7:24.078" v="1628"/>
          <ac:inkMkLst>
            <pc:docMk/>
            <pc:sldMk cId="1964390251" sldId="281"/>
            <ac:inkMk id="13" creationId="{6173AC8B-75F7-2834-E06B-187E846B4BB1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7:24.999" v="1629"/>
          <ac:inkMkLst>
            <pc:docMk/>
            <pc:sldMk cId="1964390251" sldId="281"/>
            <ac:inkMk id="14" creationId="{EA1E0D84-7EC7-1440-506D-15E7E4965745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7:28.328" v="1630"/>
          <ac:inkMkLst>
            <pc:docMk/>
            <pc:sldMk cId="1964390251" sldId="281"/>
            <ac:inkMk id="15" creationId="{6F6BEA20-AFAC-2CB1-8934-3494F55F82DB}"/>
          </ac:inkMkLst>
        </pc:inkChg>
        <pc:inkChg chg="add">
          <ac:chgData name="Benoît Scalais" userId="S::benoit.scalais@belgiantrain.be::613da907-2e15-415f-94bc-d73c5f8eeb17" providerId="AD" clId="Web-{798A2401-D069-5F68-E159-978A7B53904A}" dt="2022-05-25T16:27:28.328" v="1631"/>
          <ac:inkMkLst>
            <pc:docMk/>
            <pc:sldMk cId="1964390251" sldId="281"/>
            <ac:inkMk id="16" creationId="{25452AD3-ADC7-09CB-A2B5-60B4596A4CF3}"/>
          </ac:inkMkLst>
        </pc:inkChg>
        <pc:inkChg chg="add del">
          <ac:chgData name="Benoît Scalais" userId="S::benoit.scalais@belgiantrain.be::613da907-2e15-415f-94bc-d73c5f8eeb17" providerId="AD" clId="Web-{798A2401-D069-5F68-E159-978A7B53904A}" dt="2022-05-25T16:27:36.328" v="1643"/>
          <ac:inkMkLst>
            <pc:docMk/>
            <pc:sldMk cId="1964390251" sldId="281"/>
            <ac:inkMk id="17" creationId="{16F969FA-7BD0-216D-C2A5-35299AD78F68}"/>
          </ac:inkMkLst>
        </pc:inkChg>
        <pc:inkChg chg="add del">
          <ac:chgData name="Benoît Scalais" userId="S::benoit.scalais@belgiantrain.be::613da907-2e15-415f-94bc-d73c5f8eeb17" providerId="AD" clId="Web-{798A2401-D069-5F68-E159-978A7B53904A}" dt="2022-05-25T16:27:36.328" v="1642"/>
          <ac:inkMkLst>
            <pc:docMk/>
            <pc:sldMk cId="1964390251" sldId="281"/>
            <ac:inkMk id="18" creationId="{8D5BB60D-8765-3BDF-0CC9-7670CB9B6721}"/>
          </ac:inkMkLst>
        </pc:inkChg>
        <pc:inkChg chg="add del">
          <ac:chgData name="Benoît Scalais" userId="S::benoit.scalais@belgiantrain.be::613da907-2e15-415f-94bc-d73c5f8eeb17" providerId="AD" clId="Web-{798A2401-D069-5F68-E159-978A7B53904A}" dt="2022-05-25T16:27:36.328" v="1641"/>
          <ac:inkMkLst>
            <pc:docMk/>
            <pc:sldMk cId="1964390251" sldId="281"/>
            <ac:inkMk id="19" creationId="{43068D8D-81D6-0771-CA5C-FA0C41C0061D}"/>
          </ac:inkMkLst>
        </pc:inkChg>
        <pc:inkChg chg="add del">
          <ac:chgData name="Benoît Scalais" userId="S::benoit.scalais@belgiantrain.be::613da907-2e15-415f-94bc-d73c5f8eeb17" providerId="AD" clId="Web-{798A2401-D069-5F68-E159-978A7B53904A}" dt="2022-05-25T16:27:36.328" v="1640"/>
          <ac:inkMkLst>
            <pc:docMk/>
            <pc:sldMk cId="1964390251" sldId="281"/>
            <ac:inkMk id="20" creationId="{3E883D07-E783-6564-59B9-E9A4EC708FFE}"/>
          </ac:inkMkLst>
        </pc:inkChg>
        <pc:inkChg chg="add del">
          <ac:chgData name="Benoît Scalais" userId="S::benoit.scalais@belgiantrain.be::613da907-2e15-415f-94bc-d73c5f8eeb17" providerId="AD" clId="Web-{798A2401-D069-5F68-E159-978A7B53904A}" dt="2022-05-25T16:27:36.328" v="1639"/>
          <ac:inkMkLst>
            <pc:docMk/>
            <pc:sldMk cId="1964390251" sldId="281"/>
            <ac:inkMk id="21" creationId="{BE010274-B5F7-8E11-F528-45C9B00FC263}"/>
          </ac:inkMkLst>
        </pc:inkChg>
        <pc:inkChg chg="add del">
          <ac:chgData name="Benoît Scalais" userId="S::benoit.scalais@belgiantrain.be::613da907-2e15-415f-94bc-d73c5f8eeb17" providerId="AD" clId="Web-{798A2401-D069-5F68-E159-978A7B53904A}" dt="2022-05-25T16:27:36.328" v="1638"/>
          <ac:inkMkLst>
            <pc:docMk/>
            <pc:sldMk cId="1964390251" sldId="281"/>
            <ac:inkMk id="22" creationId="{83A1A736-F78B-AC2F-AC60-70708A115AC2}"/>
          </ac:inkMkLst>
        </pc:inkChg>
      </pc:sldChg>
      <pc:sldChg chg="add del replId">
        <pc:chgData name="Benoît Scalais" userId="S::benoit.scalais@belgiantrain.be::613da907-2e15-415f-94bc-d73c5f8eeb17" providerId="AD" clId="Web-{798A2401-D069-5F68-E159-978A7B53904A}" dt="2022-05-25T16:26:43.920" v="1567"/>
        <pc:sldMkLst>
          <pc:docMk/>
          <pc:sldMk cId="2511459211" sldId="282"/>
        </pc:sldMkLst>
      </pc:sldChg>
      <pc:sldChg chg="add del replId">
        <pc:chgData name="Benoît Scalais" userId="S::benoit.scalais@belgiantrain.be::613da907-2e15-415f-94bc-d73c5f8eeb17" providerId="AD" clId="Web-{798A2401-D069-5F68-E159-978A7B53904A}" dt="2022-05-25T16:26:43.920" v="1568"/>
        <pc:sldMkLst>
          <pc:docMk/>
          <pc:sldMk cId="991294070" sldId="283"/>
        </pc:sldMkLst>
      </pc:sldChg>
      <pc:sldChg chg="add del replId">
        <pc:chgData name="Benoît Scalais" userId="S::benoit.scalais@belgiantrain.be::613da907-2e15-415f-94bc-d73c5f8eeb17" providerId="AD" clId="Web-{798A2401-D069-5F68-E159-978A7B53904A}" dt="2022-05-25T16:26:43.920" v="1569"/>
        <pc:sldMkLst>
          <pc:docMk/>
          <pc:sldMk cId="1886297489" sldId="284"/>
        </pc:sldMkLst>
      </pc:sldChg>
      <pc:sldChg chg="add del replId">
        <pc:chgData name="Benoît Scalais" userId="S::benoit.scalais@belgiantrain.be::613da907-2e15-415f-94bc-d73c5f8eeb17" providerId="AD" clId="Web-{798A2401-D069-5F68-E159-978A7B53904A}" dt="2022-05-25T16:26:43.920" v="1570"/>
        <pc:sldMkLst>
          <pc:docMk/>
          <pc:sldMk cId="3939191664" sldId="285"/>
        </pc:sldMkLst>
      </pc:sldChg>
      <pc:sldChg chg="add del replId">
        <pc:chgData name="Benoît Scalais" userId="S::benoit.scalais@belgiantrain.be::613da907-2e15-415f-94bc-d73c5f8eeb17" providerId="AD" clId="Web-{798A2401-D069-5F68-E159-978A7B53904A}" dt="2022-05-25T16:26:43.920" v="1571"/>
        <pc:sldMkLst>
          <pc:docMk/>
          <pc:sldMk cId="975112935" sldId="286"/>
        </pc:sldMkLst>
      </pc:sldChg>
      <pc:sldChg chg="add del replId">
        <pc:chgData name="Benoît Scalais" userId="S::benoit.scalais@belgiantrain.be::613da907-2e15-415f-94bc-d73c5f8eeb17" providerId="AD" clId="Web-{798A2401-D069-5F68-E159-978A7B53904A}" dt="2022-05-25T16:26:43.920" v="1572"/>
        <pc:sldMkLst>
          <pc:docMk/>
          <pc:sldMk cId="3480447211" sldId="287"/>
        </pc:sldMkLst>
      </pc:sldChg>
      <pc:sldChg chg="add del replId">
        <pc:chgData name="Benoît Scalais" userId="S::benoit.scalais@belgiantrain.be::613da907-2e15-415f-94bc-d73c5f8eeb17" providerId="AD" clId="Web-{798A2401-D069-5F68-E159-978A7B53904A}" dt="2022-05-25T16:26:43.920" v="1573"/>
        <pc:sldMkLst>
          <pc:docMk/>
          <pc:sldMk cId="3449021034" sldId="288"/>
        </pc:sldMkLst>
      </pc:sldChg>
      <pc:sldChg chg="add del replId">
        <pc:chgData name="Benoît Scalais" userId="S::benoit.scalais@belgiantrain.be::613da907-2e15-415f-94bc-d73c5f8eeb17" providerId="AD" clId="Web-{798A2401-D069-5F68-E159-978A7B53904A}" dt="2022-05-25T16:26:43.920" v="1574"/>
        <pc:sldMkLst>
          <pc:docMk/>
          <pc:sldMk cId="278906135" sldId="289"/>
        </pc:sldMkLst>
      </pc:sldChg>
      <pc:sldChg chg="add del replId">
        <pc:chgData name="Benoît Scalais" userId="S::benoit.scalais@belgiantrain.be::613da907-2e15-415f-94bc-d73c5f8eeb17" providerId="AD" clId="Web-{798A2401-D069-5F68-E159-978A7B53904A}" dt="2022-05-25T16:26:43.920" v="1575"/>
        <pc:sldMkLst>
          <pc:docMk/>
          <pc:sldMk cId="2062672650" sldId="290"/>
        </pc:sldMkLst>
      </pc:sldChg>
      <pc:sldChg chg="add del replId">
        <pc:chgData name="Benoît Scalais" userId="S::benoit.scalais@belgiantrain.be::613da907-2e15-415f-94bc-d73c5f8eeb17" providerId="AD" clId="Web-{798A2401-D069-5F68-E159-978A7B53904A}" dt="2022-05-25T16:26:43.920" v="1576"/>
        <pc:sldMkLst>
          <pc:docMk/>
          <pc:sldMk cId="2642091147" sldId="291"/>
        </pc:sldMkLst>
      </pc:sldChg>
      <pc:sldChg chg="add del replId">
        <pc:chgData name="Benoît Scalais" userId="S::benoit.scalais@belgiantrain.be::613da907-2e15-415f-94bc-d73c5f8eeb17" providerId="AD" clId="Web-{798A2401-D069-5F68-E159-978A7B53904A}" dt="2022-05-25T16:26:43.920" v="1577"/>
        <pc:sldMkLst>
          <pc:docMk/>
          <pc:sldMk cId="3693470730" sldId="292"/>
        </pc:sldMkLst>
      </pc:sldChg>
      <pc:sldChg chg="add del replId">
        <pc:chgData name="Benoît Scalais" userId="S::benoit.scalais@belgiantrain.be::613da907-2e15-415f-94bc-d73c5f8eeb17" providerId="AD" clId="Web-{798A2401-D069-5F68-E159-978A7B53904A}" dt="2022-05-25T16:26:43.920" v="1578"/>
        <pc:sldMkLst>
          <pc:docMk/>
          <pc:sldMk cId="941632621" sldId="293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8694 15719 16223 0 0,'-4'26'8608'0'0,"-1"19"-8512"0"0,1 17 96 0 0,0 12 160 0 0,1 9 32 0 0,2 5-192 0 0,0 1-64 0 0,4-2-32 0 0,2-6 0 0 0,0-5-64 0 0,-1-8-32 0 0,2-13 0 0 0,1-18-32 0 0,-1-24-128 0 0,-2-20 32 0 0,-2-21 0 0 0,-4-24 0 0 0,-2-18 0 0 0,0-11-32 0 0,0-7 96 0 0,1-3 0 0 0,1-1 64 0 0,4 1 0 0 0,6 4 0 0 0,9 3 0 0 0,9 8 32 0 0,7 10 96 0 0,5 8-32 0 0,4 11-96 0 0,2 10 32 0 0,1 10 0 0 0,0 11-32 0 0,0 8-64 0 0,-5 12 0 0 0,-1 9 64 0 0,-7 11 32 0 0,-6 7-32 0 0,-3 7 0 0 0,-6 3 0 0 0,-6 3 0 0 0,-11 5 0 0 0,-11 1 0 0 0,-9-1 0 0 0,-10-1-32 0 0,-7-1 32 0 0,-7-1-96 0 0,-5-6 96 0 0,-1-5 64 0 0,5-5-64 0 0,6-7 0 0 0,6-5 0 0 0,12-5-448 0 0,17-4 320 0 0,17-5 128 0 0,17-5 32 0 0,14-4 0 0 0,15 0-32 0 0,8 0-64 0 0,7 5 64 0 0,3 6 0 0 0,-2 6-32 0 0,-5 4-64 0 0,-8 7 96 0 0,-7 7 0 0 0,-9 6-64 0 0,-9 3 64 0 0,-10 4 32 0 0,-14 1 0 0 0,-13 0 224 0 0,-13 4 64 0 0,-16 2-64 0 0,-14-2 160 0 0,-14 4-64 0 0,-20-1-96 0 0,-11-2-128 0 0,-9-1-32 0 0,-3-5 128 0 0,5-11-128 0 0,7-10-96 0 0,8-8 0 0 0,6-8-32 0 0,9-8-320 0 0,8-7-512 0 0,9-10-480 0 0,14-8-480 0 0,16-8-3904 0 0,14-1-7680 0 0,9 5 13408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10028 15849 12639 0 0,'0'3'11936'0'0,"0"9"-11424"0"0,3 14-96 0 0,2 9 0 0 0,0 14-64 0 0,2 9-96 0 0,1 9-128 0 0,2 5 0 0 0,-1 5-96 0 0,3 0-32 0 0,-2-2 32 0 0,-2-3-32 0 0,1-6 0 0 0,0-7 0 0 0,-3-6 0 0 0,2-9 0 0 0,3-7 0 0 0,4-11 0 0 0,2-10 0 0 0,2-10 0 0 0,2-11 0 0 0,1-5-32 0 0,0-3-128 0 0,1-4-384 0 0,2-2-224 0 0,2 1-256 0 0,4 1-416 0 0,3-1-1504 0 0,0 0-4032 0 0,-6 2 6976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10728 16658 16991 0 0,'15'18'7968'0'0,"11"7"-7840"0"0,10-2-96 0 0,6-8 0 0 0,6-10 32 0 0,3-14-64 0 0,-1-12 0 0 0,0-10 32 0 0,-2-11-32 0 0,-2-5-32 0 0,-5-6-64 0 0,-9-2 96 0 0,-11-2 64 0 0,-8 2 0 0 0,-14 2 128 0 0,-14 3 160 0 0,-20 6 64 0 0,-14 8 0 0 0,-13 9-128 0 0,-12 9 96 0 0,-7 12-128 0 0,-2 14-224 0 0,3 9-32 0 0,8 9 0 0 0,8 8-32 0 0,16 5-480 0 0,19 4-672 0 0,22-3-608 0 0,20-3-4512 0 0,7-9 6304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12006 16137 12863 0 0,'-18'-4'8704'0'0,"-10"-1"-7904"0"0,-4 0-64 0 0,0 5 160 0 0,1 10-608 0 0,3 6 64 0 0,-1 12 64 0 0,0 9 0 0 0,2 12 0 0 0,2 9 32 0 0,1 10-96 0 0,1 7-128 0 0,1 2-96 0 0,4 0-64 0 0,5-7-64 0 0,12-7 0 0 0,10-8-32 0 0,15-9-64 0 0,14-12 0 0 0,18-16-224 0 0,19-15-160 0 0,15-15-448 0 0,10-20-640 0 0,3-12-1184 0 0,-5-9-4128 0 0,-19 3 6880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12827 16113 18495 0 0,'0'18'5696'0'0,"-3"18"-5024"0"0,-2 9-64 0 0,0 9-192 0 0,1 2-256 0 0,2 2-128 0 0,0 3-32 0 0,1-2 0 0 0,1-3 0 0 0,0-4 0 0 0,0-8 0 0 0,4-7-96 0 0,4-10-544 0 0,6-13 160 0 0,3-13 416 0 0,3-13 64 0 0,1-13 0 0 0,1-13 0 0 0,1-7 0 0 0,-1-7 32 0 0,4-2 64 0 0,5-3 128 0 0,1 1 64 0 0,1 3-96 0 0,0 2-32 0 0,-2 7-160 0 0,-3 7 0 0 0,-3 7 0 0 0,-1 7-160 0 0,-2 9-896 0 0,-4 9-1600 0 0,-5 10-352 0 0,-9 8-4480 0 0,-5 1 7488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13123 16510 17087 0 0,'8'18'7872'0'0,"9"14"-7168"0"0,9 5-160 0 0,4 0-192 0 0,5-3-128 0 0,3-4-160 0 0,2-2-64 0 0,-1-4-96 0 0,-4-1-192 0 0,-4-5-224 0 0,-4-1-320 0 0,-3-5-448 0 0,-2-3-864 0 0,0-4-3968 0 0,-1-2-6848 0 0,-4-2 12960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14129 16298 18495 0 0,'7'22'8224'0'0,"3"15"-7872"0"0,3 8-192 0 0,-1 8-96 0 0,-2 2-64 0 0,1-2-32 0 0,-2-1-192 0 0,-2-3-288 0 0,-2-6-288 0 0,-2-6-384 0 0,-2-7-1056 0 0,-1-7 2240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14706 16281 11167 0 0,'0'18'12288'0'0,"0"14"-11872"0"0,0 8-128 0 0,0 5-192 0 0,0 3-32 0 0,-4-1-64 0 0,-1-3 0 0 0,1-7 0 0 0,0-12-256 0 0,1-15 0 0 0,1-16 64 0 0,2-15 128 0 0,-1-10 64 0 0,5-12 0 0 0,1-5 0 0 0,3-6 0 0 0,1-1 96 0 0,2 5 0 0 0,0 7 0 0 0,1 8 0 0 0,2 10 320 0 0,-1 12 64 0 0,1 16-256 0 0,-2 19-128 0 0,1 12-64 0 0,1 9-32 0 0,3 7 0 0 0,2 3 32 0 0,1-4-32 0 0,1-7 0 0 0,-3-7 0 0 0,-1-9 0 0 0,0-9 0 0 0,1-11 64 0 0,-2-14 32 0 0,-1-13 0 0 0,-2-14 96 0 0,-1-12 96 0 0,-1-13-32 0 0,-3-7-64 0 0,0-6-160 0 0,0-3-32 0 0,-2 1-32 0 0,2 2-224 0 0,-1 7-416 0 0,2 10-960 0 0,0 11-4256 0 0,-2 14 5888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16082 15849 10015 0 0,'-18'0'12608'0'0,"-14"0"-12032"0"0,-8 3-192 0 0,-6 9 128 0 0,-5 10-32 0 0,-1 8 0 0 0,-3 11-32 0 0,-4 12 32 0 0,2 16 32 0 0,3 14-192 0 0,3 12-32 0 0,10 4-32 0 0,12-3-96 0 0,12-8-32 0 0,11-7-96 0 0,15-10-32 0 0,13-10 0 0 0,13-12 0 0 0,13-10 0 0 0,8-12 0 0 0,6-11 0 0 0,8-15-32 0 0,2-11-64 0 0,-4-16-32 0 0,-5-10-96 0 0,-7-6 64 0 0,-9-8 0 0 0,-12-2 64 0 0,-13 1 32 0 0,-13 1 64 0 0,-12 1 0 0 0,-13 7 32 0 0,-11 5 64 0 0,-8 7 160 0 0,-6 7-64 0 0,1 8 0 0 0,3 7-32 0 0,5 4-128 0 0,7 7-96 0 0,15 7 64 0 0,18 1 0 0 0,13-1 96 0 0,23-2 64 0 0,21-3-32 0 0,30-6-32 0 0,27-5 64 0 0,23-11 32 0 0,13-8-128 0 0,-3-5-64 0 0,-17 0-96 0 0,-20 4-192 0 0,-23 4-288 0 0,-21 5-416 0 0,-11 2-576 0 0,-9 3-2336 0 0,-11 4-10752 0 0,-12 4 14656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13520 4908 10655 0 0,'-5'0'11616'0'0,"0"-4"-6336"0"0,-1-6-5120 0 0,6-6-160 0 0,7-4 0 0 0,7-4 0 0 0,5-1 32 0 0,4-2-32 0 0,7 0-32 0 0,2 0 32 0 0,1 1 0 0 0,3-1 0 0 0,0 5-32 0 0,3 2 32 0 0,-2 0 0 0 0,3 3-32 0 0,-2 0 32 0 0,2-1 0 0 0,-1 2-32 0 0,-4 0 32 0 0,2 2 0 0 0,-2-1 0 0 0,-2 3 0 0 0,-2 2 0 0 0,-2 0 0 0 0,-2 0 0 0 0,-1 3-32 0 0,0 2 32 0 0,-1-2 0 0 0,1 0 0 0 0,-1 1 0 0 0,5 1 0 0 0,2 3 0 0 0,-1 0 0 0 0,3-3 0 0 0,1-1-32 0 0,-1 1 32 0 0,1 1 0 0 0,1 1 0 0 0,-3 1 0 0 0,-2 1 0 0 0,-2 1-32 0 0,-1 0 32 0 0,-2 0 0 0 0,0 0 0 0 0,0 1-32 0 0,4-1 32 0 0,1 0 0 0 0,4 4 0 0 0,1 2 0 0 0,3 0 0 0 0,-1-2 0 0 0,2 4 0 0 0,-2 0 0 0 0,3-2 0 0 0,-3-1 0 0 0,2 3 0 0 0,-2-1 0 0 0,-3 0 0 0 0,2-2 0 0 0,-2-2 0 0 0,-2-2 0 0 0,2 0 0 0 0,0-1 0 0 0,-2 0 0 0 0,-3 4 0 0 0,-1 1 0 0 0,3 1 0 0 0,0-2 0 0 0,0-1 0 0 0,-2-1 0 0 0,3 3 0 0 0,0 2 32 0 0,-1-2-32 0 0,-1-1 0 0 0,-3-1 0 0 0,0 4 0 0 0,-1-1 0 0 0,-1 0 0 0 0,-1 3 0 0 0,1 0 0 0 0,-1-2 0 0 0,1-2 0 0 0,-1 3 0 0 0,1 0 0 0 0,0-2 0 0 0,0-1 0 0 0,-1 2 0 0 0,1 1 0 0 0,0-2 0 0 0,-5 3 0 0 0,-5 0 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16113 6324 5791 0 0,'5'0'20640'0'0,"5"4"-20512"0"0,6 6-64 0 0,4 2 32 0 0,3 2-64 0 0,3 4 32 0 0,0 3 0 0 0,1-2-32 0 0,0 0 32 0 0,0 1 0 0 0,-1 2-64 0 0,5 1 0 0 0,1 2 0 0 0,4 0 0 0 0,0 1 0 0 0,-2 0 0 0 0,3-4 32 0 0,-1-2-32 0 0,2-4 0 0 0,-1 0 64 0 0,2-4-64 0 0,-1 2 32 0 0,2-2-32 0 0,-2 1 0 0 0,2-2 0 0 0,-2 3 0 0 0,1-3 0 0 0,-1 3 0 0 0,-3-2 0 0 0,2-3 0 0 0,-2 2 0 0 0,-2-2 0 0 0,-2 3 0 0 0,3-1 0 0 0,-1-2 0 0 0,-2 1 0 0 0,0 0 0 0 0,-3-3 0 0 0,0-2 0 0 0,-2-2 0 0 0,0-1 0 0 0,0-2 0 0 0,3 0 0 0 0,3 0 0 0 0,-1 0 0 0 0,-1-1 0 0 0,-1 1 0 0 0,-1 0 0 0 0,-2-1 0 0 0,5 1 0 0 0,1 0 0 0 0,-1 0 0 0 0,-1 0 0 0 0,-1 0 0 0 0,-2 0 0 0 0,0 0 0 0 0,-1-4 0 0 0,0-2 0 0 0,0 1 0 0 0,-1 0 0 0 0,1-2 0 0 0,-1-1 0 0 0,1-3 0 0 0,0 0 0 0 0,0 2 0 0 0,-5-1 0 0 0,-1 0 32 0 0,0-2-32 0 0,2 0 0 0 0,0 4 0 0 0,-2-3 0 0 0,-1 1 0 0 0,0 3 0 0 0,-2-3 0 0 0,0 1 0 0 0,2 2 0 0 0,-3-2 0 0 0,1 0 0 0 0,1-3 32 0 0,2 1-32 0 0,-1-2 0 0 0,-1 1 0 0 0,1-2 0 0 0,3 2 0 0 0,-4-2 0 0 0,1 2 0 0 0,-4-2 32 0 0,-4-2 0 0 0,0 0-32 0 0,-1 0 0 0 0,2 2 0 0 0,-2-1 0 0 0,3 2 0 0 0,3-1 0 0 0,3 2 32 0 0,-1-2-32 0 0,0 2-128 0 0,-3-1-1120 0 0,-3 1 1248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10048 16051 24159 0 0,'-4'22'0'0'0,"-4"18"224"0"0,-2 13 224 0 0,2 10 32 0 0,1 7-160 0 0,3 8-96 0 0,1 0-128 0 0,2-1-64 0 0,1-6-32 0 0,0-9 0 0 0,4-10 0 0 0,1-22-928 0 0,0-23 576 0 0,-1-24 96 0 0,-1-20 128 0 0,-5-19 0 0 0,-5-14 0 0 0,-6-10 64 0 0,-4-6 32 0 0,-3 1 32 0 0,2 3 64 0 0,1 9 288 0 0,2 13 96 0 0,5 12 32 0 0,7 23 224 0 0,8 19-448 0 0,10 14-96 0 0,7 13-64 0 0,10 6-64 0 0,7 3-32 0 0,5 0-64 0 0,2-6-32 0 0,3-6-96 0 0,2-10 32 0 0,-1-11-96 0 0,-1-11 0 0 0,-2-11 64 0 0,-6-9 96 0 0,-5-9 32 0 0,-6-5 64 0 0,-3-5 0 0 0,-4-1 0 0 0,-5 5 64 0 0,-6 3 0 0 0,-1 10 992 0 0,-3 18-800 0 0,-2 24 288 0 0,-3 24-160 0 0,-1 23 32 0 0,-1 21 32 0 0,-2 11-224 0 0,1 7-160 0 0,3 3-64 0 0,2-5-32 0 0,2-6-192 0 0,6-10-288 0 0,-1-10-352 0 0,1-13-448 0 0,3-11-704 0 0,2-12-4800 0 0,-2-11 6816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11218 16570 19135 0 0,'4'22'5664'0'0,"5"11"-5024"0"0,7 3-288 0 0,6 0-64 0 0,6-7-160 0 0,6-8-32 0 0,4-7-32 0 0,3-11-64 0 0,2-12 64 0 0,-2-12-64 0 0,-2-11 0 0 0,-3-10 0 0 0,-4-5 0 0 0,-8-6 0 0 0,-7-5 32 0 0,-8-7 0 0 0,-8-4 64 0 0,-12 3-96 0 0,-7 1 0 0 0,-9 5 32 0 0,-3 5-32 0 0,0 8-64 0 0,2 12 32 0 0,1 12-192 0 0,6 18-2176 0 0,6 16-2944 0 0,5 7 5344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12360 16007 20415 0 0,'-18'8'3552'0'0,"-10"5"-3232"0"0,-4 5-96 0 0,0 3-160 0 0,1 1-64 0 0,7 1 32 0 0,3 0-32 0 0,6 0-32 0 0,4-1 0 0 0,6 1 0 0 0,6-1 32 0 0,6-1 0 0 0,11-3 0 0 0,5-1 0 0 0,6 0 32 0 0,5 1 32 0 0,5-3 64 0 0,3 0 32 0 0,1 1 128 0 0,1 1 64 0 0,0 2 64 0 0,1 1-64 0 0,-5 5-96 0 0,-8 1 32 0 0,-10 4 96 0 0,-9 1-32 0 0,-6 2-64 0 0,-9 3 0 0 0,-10-1 0 0 0,-12 0-32 0 0,-8-1-32 0 0,-10-3-128 0 0,-5-3-32 0 0,-6-7-32 0 0,3-2-32 0 0,2-6-96 0 0,6-4-64 0 0,13-7-2784 0 0,16-8 160 0 0,14-7-4928 0 0,6-1 7712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13070 16351 20799 0 0,'4'19'5824'0'0,"5"16"-5184"0"0,0 10-192 0 0,3 5-128 0 0,0 5-160 0 0,0 0-96 0 0,3-2-64 0 0,-1-2-32 0 0,0-3-256 0 0,-2-5-384 0 0,-7-11-17344 0 0,-4-11 18016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12674 16361 21919 0 0,'18'-15'4960'0'0,"21"-12"-5024"0"0,26-9-448 0 0,20-5-800 0 0,10 0-4256 0 0,-10 7 5568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14208 16113 13599 0 0,'4'7'13664'0'0,"1"11"-13152"0"0,3 8-288 0 0,1 8-128 0 0,-2 5-96 0 0,-2 7 0 0 0,3 4-32 0 0,-1-1-192 0 0,-2 0-160 0 0,3-1-192 0 0,-1-2-224 0 0,3-1-128 0 0,-1-5-256 0 0,6-5-512 0 0,3-9-1504 0 0,3-9-4960 0 0,-2-7 8160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14764 16087 14847 0 0,'0'25'12384'0'0,"0"21"-12032"0"0,0 12-160 0 0,3 8-64 0 0,2 3-128 0 0,4-2 0 0 0,3-2 0 0 0,0-4-96 0 0,2-9-256 0 0,-2-6-320 0 0,-3-8-384 0 0,-2-9 1056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14367 16484 21151 0 0,'22'0'3392'0'0,"15"0"-3392"0"0,8 0-64 0 0,0 0-192 0 0,0 0-288 0 0,0 3-416 0 0,-1 2-640 0 0,-1 0-992 0 0,1-5-2016 0 0,-4-2-3104 0 0,-10-1 7712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15231 16302 10655 0 0,'18'11'12864'0'0,"11"11"-12096"0"0,-1 9-224 0 0,-5 7-192 0 0,-6 7-128 0 0,-6 4-32 0 0,-5 5-32 0 0,-7 0-128 0 0,-7-1-32 0 0,-6-3 0 0 0,-4-3 32 0 0,-3-5-32 0 0,-1-10-448 0 0,-1-14-672 0 0,4-17 608 0 0,4-20 160 0 0,2-18 0 0 0,3-14-96 0 0,3-12 192 0 0,7-7 256 0 0,2-3 0 0 0,10 1 0 0 0,5 4 224 0 0,4 4 32 0 0,6 8 224 0 0,1 7-32 0 0,4 8 0 0 0,1 7 64 0 0,0 6-32 0 0,4 7-96 0 0,-2 8 32 0 0,1 6 0 0 0,-2 7 64 0 0,-4 8-128 0 0,2 7-32 0 0,-2 7-32 0 0,1 7-32 0 0,0 7 0 0 0,-3 8-32 0 0,-1 3-32 0 0,-6 2-96 0 0,-3 3-64 0 0,-1 1-32 0 0,-3-6 32 0 0,0-3-32 0 0,-3-6-64 0 0,-3-5-256 0 0,-3-5-224 0 0,-6-7-8800 0 0,-2-7 9344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15558 16431 22335 0 0,'18'0'928'0'0,"17"0"-2240"0"0,11 0-1472 0 0,3 0-5888 0 0,-5 0 8672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16219 16140 17471 0 0,'4'22'8608'0'0,"4"18"-8192"0"0,2 10-64 0 0,2 7-128 0 0,3 5-96 0 0,2 0-96 0 0,-1-4-32 0 0,4-4 0 0 0,-2-8 0 0 0,0-8 0 0 0,1-10 0 0 0,0-11-64 0 0,1-7-96 0 0,1-13 160 0 0,-3-10 32 0 0,-2-10-32 0 0,1-12 32 0 0,-3-7 32 0 0,-3-8-64 0 0,0-3 64 0 0,-3 1 64 0 0,-1 1 32 0 0,-3 3-64 0 0,-2 5-64 0 0,-1 7 0 0 0,-1 5-96 0 0,3 8-960 0 0,6 12-2784 0 0,3 8-4160 0 0,1 4 7968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17061 16193 17343 0 0,'0'22'8256'0'0,"0"14"-8032"0"0,0 9 32 0 0,-4 8-32 0 0,-1 5 96 0 0,0 1 0 0 0,2 1-160 0 0,0-2 0 0 0,1-4 32 0 0,1-4-32 0 0,1-2-32 0 0,4-7-64 0 0,4-6-32 0 0,6-9 64 0 0,3-5 32 0 0,3-6 32 0 0,1-6 0 0 0,5-5 64 0 0,2-2-32 0 0,2-2 0 0 0,5-5-64 0 0,0-1-64 0 0,0-3 32 0 0,3-1-64 0 0,-2-1 0 0 0,0 0-32 0 0,-2 2 32 0 0,-3 0-32 0 0,-4 1 0 0 0,-2 1 0 0 0,-2-1-32 0 0,-1 0-32 0 0,-1 3-576 0 0,-3-3-2016 0 0,-10-3-14432 0 0,-5 0 17088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17251 16581 19967 0 0,'7'-4'5504'0'0,"7"-5"-6560"0"0,0-4-17152 0 0,-2 0 18208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17066 16081 19391 0 0,'22'-3'9408'0'0,"18"-2"-9216"0"0,17-3-192 0 0,14-5-256 0 0,13-6-736 0 0,7-9-1472 0 0,-2-5-8864 0 0,-15 1 11328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5449 2602 9983 0 0,'-3'0'14208'0'0,"1"-4"-10944"0"0,6-4-3264 0 0,9-5 0 0 0,7-4 0 0 0,2-3 0 0 0,2-5 0 0 0,5-2 0 0 0,0 0 0 0 0,-1 0 0 0 0,2-1-32 0 0,0-1-32 0 0,-1 2 0 0 0,-3-3-32 0 0,-2 1 32 0 0,0 1 0 0 0,-2 2 64 0 0,-4 2 0 0 0,-2 4 0 0 0,-3 3 0 0 0,-4 0-32 0 0,0 3 32 0 0,-1 0 0 0 0,-3-1 0 0 0,3 2 0 0 0,-1 0 0 0 0,-2-2 0 0 0,3 1 0 0 0,-1 8-96 0 0,-1 11 96 0 0,-2 9 64 0 0,-1 9 32 0 0,-2 9 0 0 0,0 9 0 0 0,-1 5-64 0 0,3 2 32 0 0,2 5 0 0 0,-1-1-64 0 0,0-1 64 0 0,-2-1-32 0 0,0 0 0 0 0,-1 1-32 0 0,-1-3 0 0 0,4 0 32 0 0,0-3-32 0 0,1 0 0 0 0,-2-5 32 0 0,0-6-32 0 0,-2-4 0 0 0,0-4 32 0 0,0-3-32 0 0,-1-1 32 0 0,-1-1-32 0 0,5-8-4640 0 0,1-10-1760 0 0,-1-4 6400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17094 2407 6623 0 0,'-4'-4'10304'0'0,"0"-5"-5888"0"0,-1 4-1888 0 0,1 5-2176 0 0,-2 3-288 0 0,-1 5 32 0 0,-2 0 32 0 0,-4 4-96 0 0,-3-1 0 0 0,-2-3 128 0 0,-2-2 0 0 0,-2-2-32 0 0,0-5-96 0 0,0-4 64 0 0,3-3-32 0 0,2-5-32 0 0,3-3 0 0 0,5-3-32 0 0,3-2 0 0 0,3-1 0 0 0,2 0-64 0 0,1-1 64 0 0,1 1-32 0 0,3 0 0 0 0,5 0 0 0 0,5 4 0 0 0,4 1 0 0 0,2 3 32 0 0,1 5-64 0 0,5 4 64 0 0,1 2-32 0 0,0 5 32 0 0,0 7 0 0 0,-3 5 0 0 0,-4 3 32 0 0,-2 4 0 0 0,-4 4-32 0 0,-5 7 32 0 0,-3 3 32 0 0,-11 9-32 0 0,-8 3 64 0 0,-8 5-64 0 0,-9 4 32 0 0,-10 4-32 0 0,-6-1-32 0 0,2-3 0 0 0,4-7 0 0 0,5-9 32 0 0,2-7-32 0 0,6-6 0 0 0,4-3 0 0 0,6-3-64 0 0,6-1-224 0 0,8 0 288 0 0,9-3 0 0 0,7-2 0 0 0,4-2 0 0 0,4-1 0 0 0,5 2 64 0 0,2-1-64 0 0,4 0 0 0 0,-1 2 0 0 0,3 2 32 0 0,2-2 32 0 0,-1 0-64 0 0,1-2 0 0 0,-2 0 0 0 0,1-2 32 0 0,-3-3-32 0 0,-2-3 0 0 0,0-2 64 0 0,0-5-64 0 0,-2-7 32 0 0,-6-4 32 0 0,-3-5-64 0 0,-5-6 0 0 0,-4-2-160 0 0,-1-5-416 0 0,-2-4-480 0 0,-1 0-1216 0 0,-3-1-4352 0 0,-1 5 6624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6856 7780 15743 0 0,'11'-11'4800'0'0,"8"-7"-4416"0"0,3-1-64 0 0,-1-1-192 0 0,3 4 32 0 0,1 3-64 0 0,-1 5-96 0 0,1 4 96 0 0,-2 2 128 0 0,0 5-32 0 0,-4 6-64 0 0,-2 1-128 0 0,-4 3 0 0 0,-4 3 0 0 0,-3 2 96 0 0,-3 2 32 0 0,-2 1 64 0 0,-2 1-128 0 0,-3 3 0 0 0,-5 2-32 0 0,-1 0 0 0 0,-3-5-32 0 0,-3-2 0 0 0,2-1 0 0 0,0-1 0 0 0,-3-2 0 0 0,7-4-704 0 0,8-5 640 0 0,8-3 128 0 0,6-2-32 0 0,6-2-32 0 0,3-1 0 0 0,1 1 32 0 0,1-1-32 0 0,0 0 0 0 0,0 4 0 0 0,0 5-32 0 0,-1 5 32 0 0,-3 4 0 0 0,-6 3 0 0 0,-5 1 0 0 0,-3 2 32 0 0,-3-1 64 0 0,-2 1-32 0 0,-1-1-32 0 0,-3 0 128 0 0,-6 0 64 0 0,-4 0-96 0 0,-3-4 32 0 0,-7-1 96 0 0,-2 0 32 0 0,-5 1 64 0 0,-4-3 0 0 0,-3 0 96 0 0,-3-3-96 0 0,-6-3-32 0 0,-1-3-192 0 0,-1-3-32 0 0,2 2 0 0 0,0 0 0 0 0,5-1-32 0 0,6-1-64 0 0,6-1 0 0 0,3-1-32 0 0,11 0-1984 0 0,12-1-1632 0 0,9 0-7520 0 0,5 0 11168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17545 7514 12159 0 0,'-4'0'11872'0'0,"-1"4"-10176"0"0,-3 4-1408 0 0,-1 6-192 0 0,-2 6 32 0 0,1 8-32 0 0,-2 7 0 0 0,1 4-32 0 0,3 7-32 0 0,-1 3-32 0 0,0 4 32 0 0,3 0 0 0 0,2-1 0 0 0,5-3-32 0 0,3-5 0 0 0,4-3 0 0 0,4-5 0 0 0,4-9 0 0 0,3-5 0 0 0,6-6 64 0 0,2-6 32 0 0,0-5-64 0 0,3-2 32 0 0,0-3 0 0 0,-2-5-32 0 0,-1-5 64 0 0,-2-4-96 0 0,-2 0 32 0 0,-4-2-32 0 0,-2 3 0 0 0,-4-1 0 0 0,-1 2-992 0 0,2 0-1344 0 0,-2-2-4864 0 0,1 1-5056 0 0,-2 3 12256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17893 7805 20063 0 0,'-4'22'4704'0'0,"-1"15"-3936"0"0,1 15-64 0 0,-4 11-160 0 0,1 8-224 0 0,-3 8-192 0 0,0 0-96 0 0,2 3 32 0 0,-1-3-64 0 0,1-3 0 0 0,2-7-96 0 0,1-8-256 0 0,3-7-416 0 0,4-10-448 0 0,2-7-736 0 0,1-11 1952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12645 7685 6591 0 0,'-4'0'17376'0'0,"0"3"-15968"0"0,-1 6-1440 0 0,1 4 32 0 0,1 8 96 0 0,2 3 0 0 0,0 6-64 0 0,4 8 32 0 0,2 6 0 0 0,4 1-32 0 0,3 6 32 0 0,4 4-64 0 0,3 0 32 0 0,2 2 32 0 0,0 3 0 0 0,2-3-32 0 0,-1 1 0 0 0,4-2 0 0 0,1-4-32 0 0,0-2 0 0 0,-2-4 32 0 0,0-1-32 0 0,-2-5 0 0 0,0-2 0 0 0,-2 0 32 0 0,-3 0-32 0 0,-1-1 0 0 0,0-5 0 0 0,-3 1 0 0 0,-4-3 0 0 0,0-1 0 0 0,2-7-96 0 0,3-11 96 0 0,2-6-32 0 0,2-5 32 0 0,2-2 0 0 0,0-1 0 0 0,1-3 0 0 0,4-1 0 0 0,1 0 0 0 0,3 3 0 0 0,1-3 0 0 0,2 0 0 0 0,-1 1 0 0 0,1-1 0 0 0,3-1 0 0 0,-1-1 0 0 0,0-1 0 0 0,3 3 0 0 0,1-2 0 0 0,-2 1 0 0 0,0 2 0 0 0,1-3 0 0 0,-2 2 0 0 0,0 1 0 0 0,-2-2 0 0 0,0 1 32 0 0,-2-3-32 0 0,1 1 0 0 0,-2 1 0 0 0,-2 3-32 0 0,-2 2 32 0 0,-2 1 0 0 0,-2 2 0 0 0,-1 0 0 0 0,-1 0 0 0 0,0 0 0 0 0,0 1 0 0 0,0-1 0 0 0,1 0 0 0 0,-1 1 0 0 0,4-5 0 0 0,2-1 0 0 0,-1 0 0 0 0,-1 2 0 0 0,-1 0 0 0 0,0 1 0 0 0,-2 1 0 0 0,0-3 0 0 0,0-1 0 0 0,-1 1 0 0 0,1 0 0 0 0,-1-2 0 0 0,0 0 0 0 0,1 0 0 0 0,-1-1 0 0 0,1-1 0 0 0,0 2 0 0 0,-1-2 0 0 0,1 0-32 0 0,-1 2 32 0 0,5-2 0 0 0,0 0 0 0 0,0-1 0 0 0,3 0-64 0 0,1-3 64 0 0,1-1 0 0 0,0 0 0 0 0,-1 3 0 0 0,0-1-64 0 0,0 2 32 0 0,-2-2-32 0 0,2-2 0 0 0,-1 1 0 0 0,-1-1 32 0 0,-2 1-32 0 0,1 0 64 0 0,1 1-64 0 0,-1-1 64 0 0,-2 2 0 0 0,-1-1-32 0 0,-1 1 32 0 0,-1-2-96 0 0,0 2-64 0 0,-1-1 64 0 0,1 1 32 0 0,-1-2 64 0 0,1 2-32 0 0,-1-1 32 0 0,0 0 0 0 0,-3 0 0 0 0,-1 1 0 0 0,0-2 64 0 0,-3-1-64 0 0,-3-4 64 0 0,-1-1 0 0 0,-1-2-64 0 0,-3-1 32 0 0,-2-1 64 0 0,-2 0 0 0 0,-1-4 128 0 0,-1-5-96 0 0,-4-4-64 0 0,-1-4-32 0 0,-4-6 32 0 0,-4-10-32 0 0,-3-7-32 0 0,-3-7 0 0 0,-1-3 32 0 0,2-1 160 0 0,1 5 0 0 0,-1 7 0 0 0,3 6-64 0 0,0 6-64 0 0,0 3 0 0 0,1 6-32 0 0,0 2-32 0 0,3 5 0 0 0,2-1 0 0 0,0 3 64 0 0,1 3-64 0 0,2-2 0 0 0,-2 2 0 0 0,1 0 32 0 0,1 3 64 0 0,-2 5-32 0 0,1 2 0 0 0,1 0-32 0 0,-2 1-32 0 0,1-2 0 0 0,-3-1 0 0 0,1 0 0 0 0,-2 3 0 0 0,1 0 0 0 0,-2 4 32 0 0,2 0-32 0 0,-2 2 0 0 0,2 0 0 0 0,-2 1 0 0 0,-2 2 32 0 0,-2 3-32 0 0,-2 3 32 0 0,-3 0 0 0 0,0 2-32 0 0,-4 4 0 0 0,-2 1 0 0 0,-3 4 0 0 0,-5 4 0 0 0,-3 3 0 0 0,-2 3 0 0 0,-2 2 0 0 0,-2 0 32 0 0,-3 1-32 0 0,-2 1 32 0 0,-3-1-32 0 0,-1 0 0 0 0,-1 0-32 0 0,0 0 32 0 0,-1 0 0 0 0,1-1 0 0 0,-1 1 0 0 0,1 0 0 0 0,3-4 32 0 0,2-2-32 0 0,3 1 0 0 0,5-3 0 0 0,2 0 0 0 0,5-2 0 0 0,3-4 0 0 0,1 1 0 0 0,1-1 0 0 0,2 2 0 0 0,-2-1 0 0 0,1-2 0 0 0,1 1 0 0 0,1 0 0 0 0,2-2 0 0 0,1-2 32 0 0,1-1 0 0 0,-3-2-32 0 0,-2 3 0 0 0,2 1 0 0 0,-4 0 0 0 0,0-2 0 0 0,-3-1 0 0 0,-2 3 0 0 0,0 1 0 0 0,-2-1 0 0 0,-1 2 64 0 0,-2 1 0 0 0,-2 1 0 0 0,-1 1 0 0 0,-1 1 0 0 0,-1-1 32 0 0,1 2 32 0 0,-1 2-64 0 0,1 2-32 0 0,-1 3-32 0 0,1 1 0 0 0,3 1 0 0 0,6-2 0 0 0,0-2 0 0 0,3 0 0 0 0,-1 1-32 0 0,1 2-32 0 0,3 0-128 0 0,-2 1-32 0 0,-2 0-192 0 0,-1 1-320 0 0,-1-1-384 0 0,-2 1-224 0 0,-3 4-1216 0 0,2 0-5984 0 0,7-3 8544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14446 9155 13375 0 0,'4'0'9472'0'0,"1"3"-8704"0"0,-1 6-288 0 0,4 4-128 0 0,-1 4-192 0 0,3 3-96 0 0,0 1 32 0 0,1-3 32 0 0,0 0 0 0 0,0 0 0 0 0,0 1-64 0 0,0 0 32 0 0,0 5 0 0 0,0 2-32 0 0,0 0 32 0 0,0-1 0 0 0,-1 0-64 0 0,2-2 64 0 0,1 0 0 0 0,0-1-32 0 0,1 0 32 0 0,-3-1-32 0 0,2 4 64 0 0,-2 1-64 0 0,0 0 0 0 0,3 0 0 0 0,-1-2-32 0 0,0 3 0 0 0,3 0 0 0 0,-3 0-32 0 0,1-2 64 0 0,2 3-32 0 0,2 0-32 0 0,-3-1 32 0 0,0-2-32 0 0,2 3 64 0 0,-3 0 32 0 0,0-1-64 0 0,-2-2 32 0 0,1 0-32 0 0,-3-2 0 0 0,2-1 32 0 0,1-1-32 0 0,0 1 0 0 0,0-1 0 0 0,2 1-32 0 0,-1-1 0 0 0,0 0 0 0 0,-2 1 0 0 0,1-1 0 0 0,1 1 0 0 0,2 0 0 0 0,3-1 0 0 0,-3 1 0 0 0,0-1 0 0 0,1 1 0 0 0,1 0 0 0 0,2-1 64 0 0,0 1-64 0 0,1-1 32 0 0,1 1-32 0 0,-1 0 0 0 0,1-1 0 0 0,0 1 0 0 0,0-1 32 0 0,0 1 0 0 0,-1 0-32 0 0,1-1 0 0 0,0 1 32 0 0,-1-1-32 0 0,-3 1 0 0 0,-1 0 0 0 0,0-1 0 0 0,4 4 32 0 0,3 2-32 0 0,-3-1 0 0 0,-2 0 32 0 0,1 1 32 0 0,-1 2-32 0 0,-2-2-32 0 0,-2-2 0 0 0,1 0 64 0 0,2 1-32 0 0,-3 2 32 0 0,0-2-64 0 0,1-1 32 0 0,2 3 0 0 0,-3 0 0 0 0,1-1 0 0 0,0 2 0 0 0,2 0 0 0 0,-3-1 32 0 0,0 1 0 0 0,2 1-64 0 0,0 1 64 0 0,2 0-32 0 0,2 2 0 0 0,-4 2 32 0 0,0-1-32 0 0,0 2 32 0 0,1-3-32 0 0,1 1-32 0 0,-2 3 64 0 0,-1-3-64 0 0,0 1 32 0 0,2-1 0 0 0,1 0-32 0 0,1-2 32 0 0,1 1-32 0 0,1-1 0 0 0,-4 1 32 0 0,-1-1-32 0 0,0-3 0 0 0,1-2 0 0 0,1-3 0 0 0,-3-1 0 0 0,0-1 0 0 0,1 0 0 0 0,-3-1 0 0 0,0 0 0 0 0,-2 0 0 0 0,0-3 0 0 0,-1-2 0 0 0,0 1 32 0 0,3 1-32 0 0,-2 1 0 0 0,2-3 0 0 0,-3 0 0 0 0,2-3 0 0 0,-3 0 0 0 0,2 1 0 0 0,-2 3-1184 0 0,-2 1-6592 0 0,-3-2 7776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16404 12684 18239 0 0,'0'4'7424'0'0,"4"5"-6752"0"0,8 8-448 0 0,6 4-64 0 0,7 4-64 0 0,4 3 32 0 0,3 6-32 0 0,1 0 32 0 0,1 1-32 0 0,-1-1-64 0 0,1 1-32 0 0,-1-2 0 0 0,-3-3 0 0 0,1-6 0 0 0,-5-4-32 0 0,-3-6 32 0 0,-2-4 0 0 0,-1-4 0 0 0,0-8 128 0 0,1-6-64 0 0,-4-6 32 0 0,-5-7-64 0 0,0-5 0 0 0,-3-4 0 0 0,-3-5-32 0 0,-1-4 32 0 0,-3-3-32 0 0,-2-1 0 0 0,-3-4 32 0 0,-2-2 0 0 0,-4 0-32 0 0,0 5 32 0 0,-3 2-32 0 0,2 6-32 0 0,-3 4 32 0 0,6 8-11136 0 0,4 7 11136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5-25T15:37:38.1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3016 4904 4127 0 0,'18'0'20064'0'0,"10"0"-17056"0"0,4 0-1344 0 0,2 0-1632 0 0,3 0-32 0 0,0 0 0 0 0,3 0 0 0 0,-1 0 0 0 0,1-4 0 0 0,3-2 0 0 0,2 1 0 0 0,4 0 32 0 0,5-2-32 0 0,-1-1 0 0 0,-2 1 0 0 0,0-2 0 0 0,0 0 0 0 0,0 1 64 0 0,0 3 0 0 0,0 2 96 0 0,-4-3 0 0 0,-1-1 0 0 0,-4 1-64 0 0,-1 2-32 0 0,2 1 0 0 0,-2-3-32 0 0,0 0-32 0 0,3 0 0 0 0,2 2 0 0 0,2 1 32 0 0,2-3-32 0 0,1-1 0 0 0,1 1 0 0 0,0 2 0 0 0,4-3 0 0 0,2-1 0 0 0,0 2 0 0 0,-2 1 0 0 0,3 2 0 0 0,1-3 0 0 0,-2-1 0 0 0,-1 1 32 0 0,-2-2-32 0 0,-2-1 0 0 0,4 2 0 0 0,0-3 0 0 0,0 1 0 0 0,-1 2 0 0 0,3-3 0 0 0,0 1 0 0 0,-1 1 0 0 0,-1-1 0 0 0,-3 0 0 0 0,0 1 0 0 0,-2 3 0 0 0,4-2 0 0 0,2-1 0 0 0,-1-2 0 0 0,-2-1 0 0 0,4-1 0 0 0,0-5 0 0 0,4 2 0 0 0,4-2 0 0 0,-1-1 0 0 0,2 1 0 0 0,-2 0 0 0 0,-4 2 0 0 0,-3 0 0 0 0,-3 2 0 0 0,2 4 0 0 0,0-2 32 0 0,-1 2-32 0 0,-1 2 0 0 0,-2-2 0 0 0,-1 0 0 0 0,-1-3 32 0 0,0 2-32 0 0,-1 1 0 0 0,-4 3 0 0 0,-1-2 0 0 0,0 0 0 0 0,0 2 0 0 0,3 1 0 0 0,0 2 0 0 0,6 2 0 0 0,2 0 0 0 0,1-3 0 0 0,2-2 0 0 0,1 1 0 0 0,-1 1 0 0 0,-3-3 0 0 0,-2-1 0 0 0,-1 2 0 0 0,-1 1 0 0 0,-2 2 0 0 0,1 1 0 0 0,-1 1 0 0 0,0 1 0 0 0,1 0 0 0 0,-5 0 0 0 0,-2 1 0 0 0,-3-1 0 0 0,-5 0 0 0 0,0 0-32 0 0,-2 0 32 0 0,-2 0 0 0 0,1 0 0 0 0,0 0 0 0 0,3 0 0 0 0,4 0 0 0 0,3 0 0 0 0,0 0 0 0 0,4 0 0 0 0,4 0 0 0 0,1 0 32 0 0,5 0-32 0 0,1 0 0 0 0,0 0 0 0 0,-2 0 0 0 0,-6 5 0 0 0,-3 1 0 0 0,-5-1 0 0 0,-5 0 0 0 0,-6-2 0 0 0,-7 3 0 0 0,-4 1 0 0 0,-1-1 64 0 0,-4-1-64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5-25T15:37:38.1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9176 4101 18271 0 0,'5'0'7936'0'0,"5"0"-7520"0"0,6 4-288 0 0,4 2-64 0 0,8 4-64 0 0,3 5 32 0 0,6 0 0 0 0,4 1-32 0 0,5 3 64 0 0,3 2-64 0 0,-2-2 0 0 0,-1 0 0 0 0,-3-3 0 0 0,-5 0 0 0 0,-5-3 0 0 0,-7 1 0 0 0,-4-2 0 0 0,-11 1 160 0 0,-15 3 224 0 0,-12 4-224 0 0,-15 1 0 0 0,-13 3-32 0 0,-11 6-32 0 0,-9 6-96 0 0,-4 2 0 0 0,-2 3 0 0 0,-3 3-160 0 0,3-1-512 0 0,-1 0-992 0 0,3-2-2016 0 0,10-4-13792 0 0,13-8 17472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5-25T15:37:38.1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3863 12888 9727 0 0,'0'-5'15008'0'0,"4"-1"-14336"0"0,7 1 0 0 0,4-4-192 0 0,10 0-128 0 0,9-3-96 0 0,7 1 32 0 0,6-3-160 0 0,7-3 32 0 0,9-3-128 0 0,6-2 0 0 0,5 2 32 0 0,3 1-32 0 0,5-6 0 0 0,3-3-32 0 0,4-1 0 0 0,4 0 32 0 0,0 1-32 0 0,2 0 0 0 0,2-3 32 0 0,-3-2-32 0 0,1 2 0 0 0,-2 0 32 0 0,-5 2-32 0 0,-4 2 0 0 0,-2 0 0 0 0,-3 1 32 0 0,-1 5 32 0 0,-1 1-32 0 0,-1 4 32 0 0,1 1 0 0 0,0 3 0 0 0,0-2 32 0 0,4-2-32 0 0,2-7-32 0 0,5-4 32 0 0,4-7 0 0 0,4-1 0 0 0,0-4-64 0 0,0 0 0 0 0,-3 3 32 0 0,-4-2-32 0 0,1 2 0 0 0,-2 2 0 0 0,1-2 0 0 0,-1 2 0 0 0,-2-4 32 0 0,2 2-32 0 0,-2-3 0 0 0,-1-3 0 0 0,2 1 0 0 0,-1-1 0 0 0,-1 1 0 0 0,2 1 0 0 0,-1 1 0 0 0,-1 3-32 0 0,-3 4 32 0 0,-5 2 0 0 0,-4 7 0 0 0,-1 3 0 0 0,-3 0 0 0 0,-1 4 0 0 0,-3 0 0 0 0,1 2 0 0 0,-3 0 0 0 0,-2 2 0 0 0,1-1 0 0 0,-2 1 0 0 0,-1 3 0 0 0,-2-1 0 0 0,-3 1 0 0 0,-1-3 0 0 0,-1 1 0 0 0,4 2-32 0 0,-3-1 32 0 0,-2 1 0 0 0,-1-3-32 0 0,0 1 32 0 0,-4 2 0 0 0,-6-1-32 0 0,0 0 32 0 0,-4 3 0 0 0,2 1 0 0 0,-1-1 0 0 0,-3-1 0 0 0,-3 2 0 0 0,-2 2 0 0 0,-2-3 0 0 0,-1-1 0 0 0,0 2 0 0 0,-1 2 0 0 0,1-4 32 0 0,-1 1-32 0 0,0 0 0 0 0,1-2 0 0 0,0 0 0 0 0,-1 2 0 0 0,1-2 0 0 0,0-1 0 0 0,0 3 0 0 0,0 2 0 0 0,-5-3-192 0 0,-10 1-3968 0 0,-6-4-1408 0 0,-5 1 5568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5-25T15:37:38.1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9995 10477 8447 0 0,'-5'-4'19648'0'0,"4"-2"-19616"0"0,10 0-32 0 0,12 2 32 0 0,12 0 0 0 0,5 7-32 0 0,4 2 0 0 0,4 0 0 0 0,3-1 0 0 0,-3 4 0 0 0,0 0 0 0 0,-3 3 0 0 0,-5 0 0 0 0,-5 3-32 0 0,-3-2 32 0 0,-2 2-64 0 0,-2-2 32 0 0,-6 2 0 0 0,-5 3-64 0 0,-6 3 32 0 0,-8 6 64 0 0,-10 9 32 0 0,-11 10 0 0 0,-11 12 0 0 0,-14 8 32 0 0,-12 7 64 0 0,-10 5 32 0 0,-6 1-32 0 0,-5 2-32 0 0,3-5-96 0 0,1-6-96 0 0,4-6-416 0 0,1-5-832 0 0,8-8-1728 0 0,5-12-9824 0 0,12-13 12896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5-25T15:37:38.3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21321 6776 703 0 0,'4'-22'4736'0'0,"2"-12"-3776"0"0,4-4-224 0 0,0 0 32 0 0,-1 2-32 0 0,-3 2-160 0 0,3 4 736 0 0,-5 6 15520 0 0,-8 7-16416 0 0,-7 6-320 0 0,-6 11 0 0 0,-5 4 0 0 0,-7 1 0 0 0,-8 1-96 0 0,-6-1 96 0 0,-5-2 32 0 0,-2-5-64 0 0,-7-3-32 0 0,-2-4-32 0 0,-4-2 32 0 0,-4-2 32 0 0,-5 0 0 0 0,-2-1 0 0 0,-3 1 32 0 0,-1-1 64 0 0,0 1-32 0 0,0-1-32 0 0,0 2-32 0 0,-1-2 32 0 0,6-3-64 0 0,1 2-32 0 0,0-1 32 0 0,-1-2 0 0 0,-1-3 192 0 0,-2-2-64 0 0,0-1-96 0 0,-1-1-32 0 0,0-1-32 0 0,-1-1 0 0 0,-4 1 32 0 0,-1-5 0 0 0,-1 0 0 0 0,2-5-32 0 0,2-1 0 0 0,0-2 0 0 0,2 1 32 0 0,0 2-32 0 0,5-1 0 0 0,1 1 0 0 0,5-1 0 0 0,0-5 0 0 0,3 2 0 0 0,3-2 0 0 0,4-2 0 0 0,2 2 0 0 0,3-1 0 0 0,4 2 0 0 0,3 0 0 0 0,4-2 0 0 0,0-2 0 0 0,3 1 0 0 0,4 0 0 0 0,2-1 0 0 0,4-2 0 0 0,1 3 0 0 0,1-1 0 0 0,0 0 0 0 0,1 2 0 0 0,0 0-32 0 0,-5-1 0 0 0,-1-3 32 0 0,0-1 0 0 0,1-2 0 0 0,-4 4 0 0 0,1 0 32 0 0,-4 4-32 0 0,0 1 0 0 0,-2 2 0 0 0,1-1 0 0 0,3 2 0 0 0,2-1 0 0 0,-1 2 32 0 0,0 2-32 0 0,2 3 0 0 0,7 3 0 0 0,2-3 0 0 0,1 0 0 0 0,0 1 0 0 0,0 1 0 0 0,-2 6 32 0 0,0 2-32 0 0,3 1 0 0 0,1 0 0 0 0,0-2 0 0 0,3 0 0 0 0,0 3 0 0 0,3 1-32 0 0,4-2 32 0 0,-1 0-32 0 0,2-2 32 0 0,-3-1 32 0 0,2-1 0 0 0,-3 0 64 0 0,-3-1-64 0 0,1 0 0 0 0,-1 0-32 0 0,2 0 128 0 0,-1 4-32 0 0,2 2-32 0 0,3 8-7552 0 0,-1 16 1216 0 0,2 6 6272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5-25T15:37:38.3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20082 12267 18047 0 0,'-13'8'5952'0'0,"-9"4"-4416"0"0,-5-1-1088 0 0,-2-2 0 0 0,-1 2-224 0 0,1-1 32 0 0,0-3-64 0 0,1-1 0 0 0,1-3-128 0 0,1-1 64 0 0,0-2-32 0 0,-4 0-32 0 0,-2 0 64 0 0,1-1-96 0 0,1 1 32 0 0,1-5 0 0 0,1-1 96 0 0,-3-4-64 0 0,-1-5-32 0 0,-4 0-32 0 0,-8-1-32 0 0,-7-3 32 0 0,-7 2 32 0 0,-2 0-64 0 0,-5-3 0 0 0,-4 4 0 0 0,-3-1 0 0 0,1-2 32 0 0,0-2-32 0 0,-1-2 64 0 0,-2-1-32 0 0,-1-1-32 0 0,-1-1 0 0 0,-1-4 0 0 0,-1-2 0 0 0,-4 0 0 0 0,-1-3-32 0 0,-1 0 32 0 0,2-3 0 0 0,6 1 0 0 0,2-2 0 0 0,1 0 0 0 0,0 0 0 0 0,-1 0 64 0 0,-2 4-64 0 0,0-2 0 0 0,-1-3 0 0 0,5-3 0 0 0,0 1 0 0 0,0-6 0 0 0,-1-3 0 0 0,3-2 0 0 0,0-5 0 0 0,3-1 32 0 0,5-4-32 0 0,4-5 0 0 0,2-3 0 0 0,3 1 0 0 0,1-1 0 0 0,6 4 0 0 0,1-1 0 0 0,4 3 0 0 0,0 3 0 0 0,3 0-64 0 0,-1 1 64 0 0,2-2 0 0 0,2 1 0 0 0,-1-3 0 0 0,1 2 0 0 0,2-2 0 0 0,3 1 0 0 0,1 3 0 0 0,2-1 0 0 0,0 0 0 0 0,2-1 0 0 0,4-4 0 0 0,1 1 0 0 0,5-2 0 0 0,-1 3 0 0 0,4 2 0 0 0,-1 5 0 0 0,1 2 0 0 0,-1 2 0 0 0,-3 2 0 0 0,1 5 0 0 0,-1 2 0 0 0,-2 4 0 0 0,2 0 0 0 0,-1 3 0 0 0,2 4 32 0 0,0-2-32 0 0,-2 1 0 0 0,2 3-32 0 0,3 1 32 0 0,-1-2 0 0 0,3 0 0 0 0,2 1 32 0 0,-2 7-32 0 0,1 2 0 0 0,3 1 32 0 0,-4 0-32 0 0,2 12-4672 0 0,5 17 2208 0 0,4 12-6848 0 0,1 2 9312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5-25T15:37:38.3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12997 9950 18047 0 0,'-5'0'6400'0'0,"-5"0"-6048"0"0,-6 0 736 0 0,-4 0-768 0 0,-3 0-224 0 0,-3 0 0 0 0,0 0 128 0 0,-1 0-96 0 0,0 0-128 0 0,0 0 32 0 0,1 0 0 0 0,-1 0 32 0 0,1 0-64 0 0,-4 0 64 0 0,-2-5 32 0 0,-3-1-64 0 0,-2 1-32 0 0,-1 0 32 0 0,-5-2-32 0 0,-3-1 64 0 0,-7 1-32 0 0,-3 3 0 0 0,-1 0 64 0 0,-4 2-64 0 0,0-3 64 0 0,-3-1 32 0 0,-4 1-96 0 0,1 1 64 0 0,-2 1-64 0 0,3-3 0 0 0,-1-1 0 0 0,2 1 0 0 0,0-3 0 0 0,1 1 0 0 0,-2-4 0 0 0,3 1 0 0 0,2-3-32 0 0,-1 2 0 0 0,1-2 64 0 0,2-2-32 0 0,-2-4 0 0 0,0-3-32 0 0,3-1 0 0 0,1-1 0 0 0,-2-6 0 0 0,0-1 0 0 0,1 0 0 0 0,2-3 0 0 0,1 0 0 0 0,2-3 32 0 0,1 1-32 0 0,0-3 64 0 0,-4 2-32 0 0,-1-2-32 0 0,0 2 32 0 0,-3-2-32 0 0,0 2 0 0 0,1-2 0 0 0,2 2 0 0 0,1-1 0 0 0,3-4 0 0 0,0 3 0 0 0,1-3 0 0 0,5-1 0 0 0,2-2 0 0 0,-1-3 0 0 0,4-1 0 0 0,0 3 32 0 0,2 1-32 0 0,0 0 0 0 0,-3 3 64 0 0,3 0-64 0 0,2-2 0 0 0,0 3 0 0 0,2 0 0 0 0,-2-2 128 0 0,1 2-128 0 0,3-1 64 0 0,2-1-32 0 0,2 2-32 0 0,3 0 0 0 0,5 2 0 0 0,2-1 0 0 0,0 2 32 0 0,0 0-32 0 0,-3 1 0 0 0,4-1 0 0 0,1 1 0 0 0,2-1 0 0 0,5-4 0 0 0,0-2 0 0 0,1 2 0 0 0,3-1 0 0 0,3-2 0 0 0,1 3 0 0 0,2 0 0 0 0,1-2 0 0 0,4 3 0 0 0,2 0-32 0 0,1 2 32 0 0,2-1 0 0 0,0 3 0 0 0,3-2 0 0 0,0 2 0 0 0,1 3 0 0 0,0 4 0 0 0,-4 1 0 0 0,-2 3 0 0 0,1 0 0 0 0,0 2 0 0 0,-2 0 0 0 0,3-1-32 0 0,0 1 32 0 0,-2 0 0 0 0,2-1 32 0 0,0 0-32 0 0,7 5-5312 0 0,5 6-9120 0 0,0 5 14432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5-25T15:37:38.3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9093 6956 12319 0 0,'0'-4'9408'0'0,"0"-7"-6848"0"0,-4 0 1088 0 0,-2 5-3520 0 0,-4 9-128 0 0,-9 8 64 0 0,-6 10-64 0 0,-7 11 32 0 0,-7 9-32 0 0,-2 6 0 0 0,-2 4 0 0 0,2-2-64 0 0,7-6 32 0 0,6-5-160 0 0,12-14-2752 0 0,17-15 2080 0 0,13-18-704 0 0,13-11-1248 0 0,6-12-800 0 0,6-9 1504 0 0,1-2 1536 0 0,-1-2 576 0 0,-4 2 128 0 0,1 3 1408 0 0,-5 5 896 0 0,-4 4-224 0 0,-2 7-640 0 0,-5 3-480 0 0,-2 6-512 0 0,1 0-128 0 0,1 3 480 0 0,2 4 224 0 0,-3 7 0 0 0,-1 9-672 0 0,-2 6-32 0 0,-5 7-128 0 0,0 3 32 0 0,-1 2-32 0 0,2 1-32 0 0,-2 0 32 0 0,-2 1 0 0 0,2-1-64 0 0,0-1-32 0 0,1 0-96 0 0,0 1 0 0 0,2-2-64 0 0,-1 1-64 0 0,2 0 0 0 0,3 0 0 0 0,-2-1-96 0 0,1 1-384 0 0,3 0-480 0 0,-3 0-864 0 0,-3-5 1824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5-25T15:37:38.3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15871 8781 15359 0 0,'-4'0'7968'0'0,"-6"0"-3328"0"0,-2 4-4576 0 0,2 6-32 0 0,-2 6 64 0 0,-3 9 32 0 0,0 8 0 0 0,-1 9 0 0 0,2 4-96 0 0,4 5-32 0 0,-2-3 0 0 0,2-5 0 0 0,3-6 0 0 0,2-4-224 0 0,6-12-736 0 0,4-15 832 0 0,4-12 32 0 0,6-14-32 0 0,5-12 0 0 0,2-10 96 0 0,-1-10 0 0 0,-1-6 32 0 0,1-2 0 0 0,-3 1 0 0 0,0 6 32 0 0,-3 8 32 0 0,0 7 64 0 0,-3 5 64 0 0,2 5-96 0 0,2 6 800 0 0,-1 12-32 0 0,-4 11-512 0 0,2 11-128 0 0,2 7-128 0 0,3 5-64 0 0,3 3-32 0 0,7 1 32 0 0,3-5-32 0 0,4-5 0 0 0,2-6-96 0 0,2-6-128 0 0,0-3-320 0 0,-3-2-448 0 0,-3-2-1600 0 0,-7-4-4832 0 0,-8-2 7424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5-25T15:37:38.3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16904 3704 959 0 0,'0'-5'23328'0'0,"0"-5"-21728"0"0,0 3 1280 0 0,0 7-2784 0 0,-5 8-64 0 0,-1 12 64 0 0,-4 15 0 0 0,-4 10 32 0 0,-5 12-64 0 0,1 8-32 0 0,-1 7-32 0 0,3 4 0 0 0,4-2-96 0 0,5-5-128 0 0,2-5-128 0 0,3-10-160 0 0,2-8-352 0 0,5-14-4768 0 0,6-15 256 0 0,1-11 5376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5-25T15:37:38.3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16933 3698 14943 0 0,'0'-22'8992'0'0,"0"-11"-8256"0"0,0-5-256 0 0,0-1 448 0 0,5 12-352 0 0,5 10-352 0 0,1 12 128 0 0,8 7 64 0 0,5 7-32 0 0,7 3-32 0 0,7-1-128 0 0,10-3-128 0 0,6-6-32 0 0,3-4-32 0 0,4-6-32 0 0,1-7-32 0 0,3-4-448 0 0,-1-3-896 0 0,-2 1-1888 0 0,-12 5 3264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5-25T15:37:38.0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7776 5741 7967 0 0,'0'-4'18976'0'0,"0"2"-17216"0"0,0 7-1760 0 0,0 6-32 0 0,0 7 32 0 0,-4 7 32 0 0,-2 10-32 0 0,0 7 0 0 0,-3 5 0 0 0,0 4 32 0 0,-3 1-32 0 0,1 1 0 0 0,2-4 0 0 0,2-1 0 0 0,-1-1 0 0 0,0-4 0 0 0,2-4 0 0 0,1-5 0 0 0,2-4 0 0 0,2-2 0 0 0,0-2-64 0 0,1-1 64 0 0,1 0-32 0 0,-1 0 32 0 0,0 0 0 0 0,1 1-32 0 0,-1-1 0 0 0,4-4-64 0 0,7-5 96 0 0,4-6 32 0 0,6-5-32 0 0,2-2 0 0 0,3-3 0 0 0,0-1 0 0 0,1 0 0 0 0,0 0 0 0 0,0 0 0 0 0,3 1 0 0 0,3-1 0 0 0,-2 1 0 0 0,4-5 0 0 0,0 0 0 0 0,-2-1 0 0 0,3 2 0 0 0,4 0 0 0 0,-1 2 0 0 0,2 1 0 0 0,-2 1 0 0 0,2 0 0 0 0,-2 0 32 0 0,1 0-32 0 0,2 1 0 0 0,-1-1 0 0 0,1-4 0 0 0,-2-2 0 0 0,1 0 0 0 0,-2 2 0 0 0,-4 1 0 0 0,2 1 0 0 0,-2 1 0 0 0,-2 0 0 0 0,2 1 0 0 0,0 0 0 0 0,2 1 0 0 0,-1-1 0 0 0,-1 0 0 0 0,1 0 0 0 0,-1 0 0 0 0,-1 0-64 0 0,-3 0 64 0 0,2 0 0 0 0,0 0-32 0 0,-1 0 0 0 0,-1 0 32 0 0,-3 0 0 0 0,0 0-32 0 0,-2 0 0 0 0,0 0 32 0 0,0 0 0 0 0,-1 0 0 0 0,0 0-64 0 0,1 0 64 0 0,0 0 0 0 0,-1 0 0 0 0,1 0-32 0 0,-9 0-2304 0 0,-12 5-5984 0 0,-6 1 8320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5-25T15:37:38.0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7858 5527 19359 0 0,'9'-13'5088'0'0,"7"-9"-4544"0"0,5 0-352 0 0,4 3-96 0 0,2 4 0 0 0,5 6-32 0 0,5 4-32 0 0,6 7 32 0 0,5 4-32 0 0,2 0 0 0 0,1-1-32 0 0,6 4 32 0 0,6-1-32 0 0,2 0 0 0 0,1 1 0 0 0,0 1 0 0 0,1-3 32 0 0,-1-2-32 0 0,0-1 0 0 0,-2 2 0 0 0,2 0 0 0 0,-2 0 0 0 0,1-2 0 0 0,-1-1-32 0 0,-3-1 0 0 0,-4 3-64 0 0,-1 1 64 0 0,-3-1-64 0 0,-5 4 32 0 0,-3-1-96 0 0,-3 0-32 0 0,-2-3 0 0 0,-2-1 0 0 0,-3-2 0 0 0,-4-2 64 0 0,-2 5 0 0 0,-2 1 64 0 0,-1-1 0 0 0,-1-1 0 0 0,-4 3 352 0 0,-6 5-32 0 0,-6 5-128 0 0,-4 3-64 0 0,-2 8 0 0 0,-3 3 0 0 0,-1 6-32 0 0,-5 4 96 0 0,0 9 96 0 0,-1 5-64 0 0,2 1 96 0 0,-3 5 32 0 0,0 1 0 0 0,1-2-32 0 0,2 3-128 0 0,-2-2 64 0 0,-1-5-32 0 0,2-5-96 0 0,1-6-32 0 0,2-6-32 0 0,2-6 0 0 0,0-4 0 0 0,1-2-32 0 0,0-6 32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5-25T15:37:38.4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9547 9260 7071 0 0,'0'5'23520'0'0,"-5"5"-23424"0"0,0 6-64 0 0,-5 4 32 0 0,-5 8-32 0 0,0 8-32 0 0,-1 6 64 0 0,-3 5-64 0 0,-2 8 0 0 0,2 3 64 0 0,0 1 0 0 0,3-2-32 0 0,5-1-32 0 0,3-1 0 0 0,4-6 0 0 0,3-2 0 0 0,0-5 0 0 0,2-6 0 0 0,0-3 0 0 0,4-4 32 0 0,1-2-32 0 0,1-2 0 0 0,2-4 0 0 0,4-7 64 0 0,5-5-64 0 0,4-4 64 0 0,6-3-32 0 0,3-2 0 0 0,1-1-32 0 0,-1 0 0 0 0,3 0 0 0 0,5 0 0 0 0,0-4 0 0 0,2-1 0 0 0,3 0 0 0 0,2 2 32 0 0,3-4-32 0 0,2 0 0 0 0,0 2 0 0 0,1-4 0 0 0,0 1 0 0 0,1 2 0 0 0,-1 2 0 0 0,0 1 0 0 0,0 3 0 0 0,-1 0 0 0 0,-3 1 0 0 0,-3 0 0 0 0,1 0 0 0 0,-3 1 0 0 0,0-1 0 0 0,1-4 0 0 0,-3-2 0 0 0,2 1 0 0 0,1 0 0 0 0,-2 2 0 0 0,0 1 0 0 0,2 1 0 0 0,-2 1 0 0 0,1 0 0 0 0,1 0-32 0 0,3 0 32 0 0,-3 0 0 0 0,0 1-32 0 0,-3-1 0 0 0,-4 0 32 0 0,0 0-32 0 0,-1 0 32 0 0,-3 0 0 0 0,2 0 0 0 0,-1-5 0 0 0,3 0 0 0 0,0-1 0 0 0,-3 2 0 0 0,2 0 0 0 0,0 2 0 0 0,-3 1-32 0 0,-2 1 32 0 0,-2 0-32 0 0,3 0 64 0 0,0 0-32 0 0,-1 1 0 0 0,-1-1 0 0 0,-1 0 0 0 0,3 0 0 0 0,0 0 0 0 0,0 0 0 0 0,-2 0 0 0 0,-1 0 32 0 0,-2-4-32 0 0,0-2 0 0 0,-1 0 0 0 0,-1 2 0 0 0,1 1 0 0 0,-1 1 32 0 0,1 0-32 0 0,0 2 0 0 0,-1 0 0 0 0,1 0 0 0 0,0 0 0 0 0,-9 1-6528 0 0,-12-1-2272 0 0,-6 0 8800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5-25T15:37:38.4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9419 9021 19135 0 0,'18'-4'7296'0'0,"9"-7"-6944"0"0,10 0-64 0 0,7 1-64 0 0,5 2 0 0 0,3 3-32 0 0,1 2-64 0 0,1 2 64 0 0,3 4 0 0 0,2 3-96 0 0,8 0 0 0 0,6-1-32 0 0,4 3 0 0 0,6 1 0 0 0,2-2-64 0 0,0-2 0 0 0,-2-2 0 0 0,4-1 0 0 0,-1 3 32 0 0,-2 1-32 0 0,-1-1 0 0 0,-2 4 0 0 0,-2-1 0 0 0,-5 4 0 0 0,-3-1 0 0 0,1 3 0 0 0,-4-2 0 0 0,-4-3 0 0 0,-5 2 0 0 0,-3-1 0 0 0,-3-2 0 0 0,-1-3-32 0 0,-1-2 0 0 0,0-1 32 0 0,-5-2-32 0 0,0 0 0 0 0,-5 0 0 0 0,-5-1-64 0 0,-3 1 32 0 0,0-1 32 0 0,0 1-64 0 0,-1 0 32 0 0,-3 0 0 0 0,-1 0 32 0 0,-1 0-32 0 0,0-4 0 0 0,-2-2-32 0 0,1 0-64 0 0,-5-3 0 0 0,-1 0 96 0 0,0 2 0 0 0,-4-3 32 0 0,1 0 32 0 0,1 3-32 0 0,-2-3 32 0 0,0 1 0 0 0,-2-3 0 0 0,1 1 0 0 0,2 2 0 0 0,2 3-96 0 0,-1 7 160 0 0,-4 7 256 0 0,-5 12-160 0 0,-4 6 0 0 0,-2 7 0 0 0,-2 8-32 0 0,-1 5 32 0 0,-1 8 32 0 0,-4 4 32 0 0,-2 4 0 0 0,1 2-64 0 0,1-2-32 0 0,2-8-64 0 0,1-3-32 0 0,1-2 0 0 0,0-5 0 0 0,1-5-32 0 0,0-6 0 0 0,1-3-96 0 0,-5 2 0 0 0,-2-1-160 0 0,1 0-160 0 0,-4-2-160 0 0,0-1-1728 0 0,1-5 2304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5-25T15:37:38.4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10345 9419 16767 0 0,'0'9'11936'0'0,"-5"7"-11648"0"0,-1 5-64 0 0,1 9-128 0 0,0 2 0 0 0,2 5-32 0 0,1 6 32 0 0,1 3-32 0 0,1-1 0 0 0,0 0 0 0 0,0-3-64 0 0,0-4 0 0 0,0-4 0 0 0,0-4-96 0 0,5-7-1792 0 0,1-11 960 0 0,0-13-544 0 0,-2-10-704 0 0,-1-12-3776 0 0,-5-7-8640 0 0,-3 2 14592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5-25T15:37:38.4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9948 9339 12319 0 0,'-4'-5'13376'0'0,"2"0"-12896"0"0,7-1-96 0 0,6 1 96 0 0,6 2-96 0 0,9 1-192 0 0,9 1-32 0 0,7 1-32 0 0,9 0-32 0 0,6 0 32 0 0,5 0-64 0 0,2 0 32 0 0,-2 1 32 0 0,-2-1-96 0 0,-8 0 32 0 0,-3 0-64 0 0,-6 0 0 0 0,-1 0 0 0 0,-4 0 0 0 0,-8-4-8448 0 0,-13-2-3936 0 0,-10 0 12384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5-25T15:37:38.4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10582 9811 10847 0 0,'9'-9'10176'0'0,"7"-7"-9952"0"0,5-1-96 0 0,0-2-64 0 0,-1-2 0 0 0,-2-2-64 0 0,-5-2 64 0 0,-5 0-128 0 0,-8 4 64 0 0,-8 5 0 0 0,-7 5 96 0 0,-6 5 64 0 0,-3 4-128 0 0,2 5 64 0 0,0 8 32 0 0,5 6 192 0 0,0 0 0 0 0,3 2-32 0 0,4 1-64 0 0,4 3-32 0 0,2 1 96 0 0,7 1-288 0 0,8-4 128 0 0,5-5-64 0 0,5-6 0 0 0,3-4-64 0 0,2-3 0 0 0,1-7 0 0 0,0-2 32 0 0,0-5-32 0 0,0-5 0 0 0,0-4 0 0 0,-5-3 0 0 0,-2-2 0 0 0,-4-1-32 0 0,-1-1 32 0 0,2 5 32 0 0,-2 1-64 0 0,1 5 32 0 0,2 8 64 0 0,-3 12 64 0 0,2 3-64 0 0,-3 6-32 0 0,1 5-32 0 0,-2 4 32 0 0,0 2-32 0 0,0 2 0 0 0,-4 1-32 0 0,-8-5 288 0 0,-3-1-160 0 0,-6-4-64 0 0,-6-5-32 0 0,-6-5-96 0 0,-2-4 32 0 0,1-6-256 0 0,0-2 192 0 0,4-6-192 0 0,5-5-2208 0 0,9 1 320 0 0,8-2-1664 0 0,9 1-3808 0 0,2 5 7680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5-25T15:37:38.4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11059 9598 9919 0 0,'-9'9'13184'0'0,"-3"7"-12832"0"0,1 5-96 0 0,6 0-96 0 0,5-1-64 0 0,6 2 64 0 0,7 1 32 0 0,5-3-128 0 0,4-5-64 0 0,3-5 0 0 0,1-5 32 0 0,1-2 0 0 0,0-7-32 0 0,0-7-128 0 0,0-10-96 0 0,-1-6-288 0 0,-4-3-96 0 0,-2-1-32 0 0,-4 1-352 0 0,-5 1-288 0 0,-4 1 224 0 0,-3 1 128 0 0,-3 0-256 0 0,-1 1-1472 0 0,-1 1 2048 0 0,0-1 384 0 0,-4 0-608 0 0,-2 1-96 0 0,1-1-5536 0 0,1 5 6464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5-25T15:37:38.4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11351 9208 12063 0 0,'0'4'13056'0'0,"0"11"-12288"0"0,0 6-192 0 0,4 9-64 0 0,2 9-160 0 0,-1 5-96 0 0,4 5-32 0 0,0 2-64 0 0,-1 2-64 0 0,2 0-32 0 0,-1-4-64 0 0,3-6 0 0 0,-1-2 0 0 0,3-3-320 0 0,-2-9 320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5-25T15:37:38.4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11404 9468 14271 0 0,'21'-8'11680'0'0,"17"-8"-11680"0"0,11-1 0 0 0,14-7-448 0 0,9-3-1024 0 0,6-1-4992 0 0,-10 3 6464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5-25T15:37:38.6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7782 5794 7871 0 0,'0'-9'15968'0'0,"0"2"-11232"0"0,0 6-4704 0 0,0 12-32 0 0,0 9 0 0 0,0 5 32 0 0,4 7-32 0 0,2 3 0 0 0,0-1 32 0 0,-2 4-32 0 0,0-2 32 0 0,-3-1-32 0 0,5 1 0 0 0,0 0 32 0 0,0-3-32 0 0,-2-2 0 0 0,-1-2 32 0 0,-1-1-32 0 0,3-2 0 0 0,1 0 0 0 0,0-1 32 0 0,-2 1-32 0 0,-1-1 0 0 0,-1 1 32 0 0,-2-1-32 0 0,1 1 32 0 0,-1 0-32 0 0,-1-1 0 0 0,1 1 32 0 0,0 0 0 0 0,0 0-32 0 0,0 0 32 0 0,-1-1-32 0 0,-3-3 32 0 0,-2-2-32 0 0,-4 0 32 0 0,0 1 0 0 0,-3-2 0 0 0,-4-1-32 0 0,-3 1 0 0 0,-3 2 0 0 0,3 1 0 0 0,0 2 32 0 0,0-3-32 0 0,-2-1 0 0 0,-2 0 0 0 0,0 2 0 0 0,-1 1 0 0 0,-1 1 0 0 0,0 1 0 0 0,0 1 0 0 0,0-1 0 0 0,0-3 0 0 0,4-2 0 0 0,2 1 0 0 0,0 0 0 0 0,-1 2 0 0 0,-2 1 0 0 0,-5 1 0 0 0,-3 0 0 0 0,0 1 0 0 0,1 0 32 0 0,1 0-32 0 0,1 0 32 0 0,1-4-32 0 0,0-2 0 0 0,1 0 32 0 0,1 1-32 0 0,-1-2 0 0 0,0-1 0 0 0,5 1-32 0 0,1-3 32 0 0,0 1 0 0 0,3 2 0 0 0,1 1 0 0 0,-3-2 0 0 0,-1 0 32 0 0,-2 2-32 0 0,-2 1 0 0 0,-1 2 0 0 0,-1 1 0 0 0,0 1 0 0 0,0-3 0 0 0,4-2 0 0 0,2 0 0 0 0,0-2 0 0 0,2-1 0 0 0,2-3 0 0 0,-3 0 0 0 0,-1 3 0 0 0,-2 3 0 0 0,-2 1 0 0 0,-1-1 0 0 0,-1-1 0 0 0,0 1 0 0 0,0 2 0 0 0,0 1 0 0 0,0 1 0 0 0,0-3 0 0 0,4-1 0 0 0,2 0 0 0 0,0 2-32 0 0,-1 1 32 0 0,2 1 0 0 0,1-4 0 0 0,4 0 0 0 0,-1-4 0 0 0,-3-1 0 0 0,3 3 0 0 0,-1 1 0 0 0,-2 3 32 0 0,-2 2-32 0 0,2 1 0 0 0,-1-4 0 0 0,0-1 0 0 0,-3 1 0 0 0,-1 0 0 0 0,3 2 0 0 0,1 2 0 0 0,3-1 0 0 0,1-2-32 0 0,2-2 32 0 0,-1 0 0 0 0,2 2 0 0 0,-1-4 0 0 0,1 0 0 0 0,3 2 0 0 0,3 1 0 0 0,-2 1-32 0 0,0 2 32 0 0,2 1 0 0 0,2 1 32 0 0,1 0-32 0 0,2 0 0 0 0,0 0 0 0 0,1 0 0 0 0,-4 0 32 0 0,-1 0-32 0 0,-1 0 0 0 0,2 0 0 0 0,1 0 32 0 0,1 0-32 0 0,1-1 0 0 0,1 1 0 0 0,-4 0 32 0 0,-2 0-32 0 0,1 0 0 0 0,0-1 0 0 0,2 6 0 0 0,2 0 0 0 0,0 1 32 0 0,0-2-32 0 0,1 3 64 0 0,0 1-64 0 0,1-2 64 0 0,-1-1-32 0 0,0 2 0 0 0,0 1 0 0 0,0-2 32 0 0,0-1 0 0 0,0-3 0 0 0,0 0 0 0 0,0 3 0 0 0,0 1-32 0 0,0-1 0 0 0,0-1 32 0 0,0-2-32 0 0,0 0-32 0 0,0 3 64 0 0,0 1-64 0 0,0-1 32 0 0,0-1 32 0 0,0-1-64 0 0,0-1 32 0 0,0-2-32 0 0,0 0 0 0 0,0 0 32 0 0,-4 0-32 0 0,-2-1 32 0 0,0 1-32 0 0,2-1 0 0 0,1-3 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5-25T15:37:38.6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6532 7408 15263 0 0,'-9'22'7712'0'0,"-7"16"-7360"0"0,-1 11-96 0 0,-2 0 0 0 0,2 2-96 0 0,5 0 64 0 0,-1 1 32 0 0,2-5-96 0 0,3-1-32 0 0,3-4-32 0 0,2-4-96 0 0,2-6 64 0 0,0-2-32 0 0,2-3-32 0 0,-1-1 0 0 0,5-6-192 0 0,6-5 256 0 0,5-10 32 0 0,4-6 0 0 0,4-7 32 0 0,6-7 64 0 0,2 0-32 0 0,5-3 64 0 0,5-2-32 0 0,-1 2-64 0 0,2 0 32 0 0,-2 3-32 0 0,-4-1-64 0 0,-3 3-32 0 0,-4 3-32 0 0,-2 4 0 0 0,-2 3-64 0 0,0 1-128 0 0,-6-3-320 0 0,4-4-768 0 0,2-6-2368 0 0,-4-5-9664 0 0,-6 1 13312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5-25T15:37:38.6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14580 5926 6847 0 0,'0'-4'15040'0'0,"-4"-2"-11104"0"0,-6 0-3392 0 0,-2 6-608 0 0,2 7 64 0 0,3 7 0 0 0,2 5 0 0 0,1 4 32 0 0,3 7 0 0 0,1 3-32 0 0,0 0 0 0 0,0-2 32 0 0,1-1 0 0 0,-1 3-32 0 0,0 1 0 0 0,1-2 0 0 0,-1-2 64 0 0,0-1-64 0 0,0-1 0 0 0,0-2 32 0 0,0 0-32 0 0,0 0 32 0 0,0-1-32 0 0,0 1 32 0 0,0-1 0 0 0,0 5-32 0 0,0 2 0 0 0,0-1 0 0 0,0-1 0 0 0,0-1 32 0 0,-5-1-32 0 0,0-1 0 0 0,-1-1 32 0 0,2 0-32 0 0,0 0 0 0 0,-2-1 0 0 0,-1 1 0 0 0,1-1 0 0 0,2 1 0 0 0,1 0 0 0 0,1 0 0 0 0,1-1 0 0 0,-4 1 0 0 0,0 0 32 0 0,-1 0-32 0 0,-2 0 0 0 0,-1 4 0 0 0,2 2 0 0 0,-3-1 0 0 0,-4-1 0 0 0,1-1 0 0 0,2-1 0 0 0,-1-1 0 0 0,1-1 0 0 0,-2 0 0 0 0,2 0 0 0 0,-2-1 0 0 0,1 1 0 0 0,-2-1 0 0 0,-2 1 32 0 0,-4-5-32 0 0,2-1 32 0 0,0-4-32 0 0,3 0 0 0 0,-1-4 0 0 0,-2-3 0 0 0,3 2 0 0 0,-1-2 32 0 0,2 2-32 0 0,-1-1 0 0 0,-2 3 0 0 0,-3-1 0 0 0,3 1 0 0 0,-1-1 0 0 0,-2 2 0 0 0,-1 3 0 0 0,-2-2 0 0 0,3 1 0 0 0,0-1 0 0 0,0 0 0 0 0,-1 2-32 0 0,-2-2 32 0 0,3 2 0 0 0,1 1 0 0 0,-1 3 0 0 0,-2 1 0 0 0,4 3 0 0 0,-1 0 0 0 0,4 1 32 0 0,0 0 0 0 0,2 0 0 0 0,0-4-32 0 0,1-2 0 0 0,3 1 32 0 0,-2-4 0 0 0,2 0-32 0 0,-2 1 64 0 0,0 2 0 0 0,2 2 64 0 0,3 2-64 0 0,3 1 64 0 0,-4 1-32 0 0,1 0 0 0 0,0 0 32 0 0,2 0-64 0 0,2 0 0 0 0,0 0 0 0 0,1 0 0 0 0,1 0-32 0 0,0 0 0 0 0,1 0 32 0 0,-1 0 0 0 0,0 0 0 0 0,0-1-64 0 0,0 1 32 0 0,1 0 0 0 0,-1 0 0 0 0,0 0 0 0 0,0-1-32 0 0,0 1 0 0 0,0 0 0 0 0,0 0 0 0 0,0 0 0 0 0,0-1 32 0 0,0 1 0 0 0,0 0-32 0 0,0 0-32 0 0,0 0 32 0 0,0-1 0 0 0,0 1 0 0 0,0 0 0 0 0,0 0 0 0 0,0 0 0 0 0,0 0 0 0 0,0-1 0 0 0,0 1 0 0 0,0 0 32 0 0,0 0-32 0 0,0 0 0 0 0,0-1 32 0 0,0 1-32 0 0,0 0 0 0 0,0 0 0 0 0,0 0 0 0 0,0-1 32 0 0,0 1-32 0 0,0 0 0 0 0,0 0 0 0 0,4-5 0 0 0,2-1 0 0 0,-1 1 0 0 0,0 0 0 0 0,-2 2 0 0 0,-1 0 0 0 0,-1 2 0 0 0,-1 1 32 0 0,5-1-32 0 0,1 1 0 0 0,-1 0 0 0 0,-1 0 0 0 0,-1 0 0 0 0,-1 0 0 0 0,-1 0 0 0 0,-1 0 0 0 0,0 0 0 0 0,0 0 0 0 0,0 0 0 0 0,0-1 0 0 0,-1 1 0 0 0,1 0 32 0 0,0 0 0 0 0,0 0-32 0 0,0-1 0 0 0,0-3 0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5-25T15:37:38.6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14011 7329 11199 0 0,'-9'0'12256'0'0,"-7"0"-11680"0"0,-5 0 544 0 0,-4 4-704 0 0,-1 7-160 0 0,-2 4-96 0 0,1 6 0 0 0,-1 6 64 0 0,-3 5-96 0 0,-1 4 32 0 0,-5 6-32 0 0,1 4 64 0 0,1 3-64 0 0,3-3-64 0 0,7 1-64 0 0,2-5 0 0 0,6-4 0 0 0,6-4 0 0 0,5-4-64 0 0,7-3 64 0 0,8-1 0 0 0,7-5 0 0 0,10-6 0 0 0,5-6 64 0 0,5-4 0 0 0,6-3 0 0 0,4-2 0 0 0,8-1 0 0 0,3 0 0 0 0,6 0 0 0 0,0 0 32 0 0,-2 0 0 0 0,-6 1 0 0 0,-4-1-64 0 0,-7 1 32 0 0,-6 0-32 0 0,-5 0-32 0 0,-8-4-64 0 0,-4-6-1408 0 0,-6-6-9504 0 0,-5 0 10976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10292 9578 10303 0 0,'0'-5'12448'0'0,"0"4"-7264"0"0,0 6-5056 0 0,0 6 0 0 0,0 6-32 0 0,0 4 0 0 0,0 4 0 0 0,0 5 0 0 0,0 3-32 0 0,0 0 0 0 0,5 3 0 0 0,1-1 0 0 0,-1-1-32 0 0,0-2 0 0 0,-2-2 0 0 0,3 2-32 0 0,1 1 64 0 0,-1-2-32 0 0,-1-1-32 0 0,-2-1 0 0 0,-2-2 0 0 0,0 0 64 0 0,-1-1-64 0 0,0-1 0 0 0,0 1 0 0 0,0-1 32 0 0,-1 1 0 0 0,1-1-32 0 0,0 1 0 0 0,0 0 0 0 0,0 0 32 0 0,0-1-32 0 0,4-3-64 0 0,6-7 64 0 0,6-9 0 0 0,5-6 0 0 0,2-8 0 0 0,3-2 0 0 0,0 1 0 0 0,1-3 0 0 0,0 1 0 0 0,0-3 0 0 0,-1 2 0 0 0,0 3 0 0 0,0-2 0 0 0,0 1 0 0 0,0 3 0 0 0,0-3 0 0 0,0 1 0 0 0,0 2 0 0 0,-1-2 0 0 0,1 0 0 0 0,0 2-32 0 0,4-3 32 0 0,2 1 0 0 0,-1 2 0 0 0,-1-3 0 0 0,4 1 0 0 0,4 2 0 0 0,0-2 0 0 0,3 0 0 0 0,-2-3 0 0 0,2 1 0 0 0,-2 2 0 0 0,1 3 0 0 0,-2 2-32 0 0,-2 2 32 0 0,-4-3 0 0 0,-3-1 0 0 0,3 1 0 0 0,0-3 0 0 0,0-1 0 0 0,-3 2-32 0 0,0-3 0 0 0,-2 1 32 0 0,-1-3 0 0 0,0 1 0 0 0,0 2 0 0 0,0 3 0 0 0,3-2 0 0 0,3 0 0 0 0,-1-3 0 0 0,-1 1 0 0 0,4-3-32 0 0,-1 1-32 0 0,0 3 64 0 0,-3-2 0 0 0,-1 1 0 0 0,-1 2 0 0 0,-1 3 0 0 0,-1 2 0 0 0,-1 2 0 0 0,1 0-32 0 0,-1 1 32 0 0,1 1 0 0 0,-1-1 0 0 0,1 0 0 0 0,0 1 0 0 0,0-1-1920 0 0,-5-4-800 0 0,-5-2 2720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10213 9566 8863 0 0,'4'0'16032'0'0,"7"0"-15072"0"0,4 0-160 0 0,6 0-448 0 0,2 0-64 0 0,3 5-96 0 0,4 1-64 0 0,3-1 32 0 0,0 0-32 0 0,-2-2-32 0 0,3-1-32 0 0,0-5-32 0 0,-1-3 0 0 0,-2 1 32 0 0,2 0 0 0 0,0-3 0 0 0,0 0-64 0 0,1-3 32 0 0,1 0-32 0 0,-2 2 0 0 0,-2-2 0 0 0,-2 2 0 0 0,3 1 0 0 0,0-2 0 0 0,0 1 0 0 0,-2-3 0 0 0,-1 1-64 0 0,-2-2 0 0 0,0 1 32 0 0,-1 3 32 0 0,-1-2-64 0 0,1 1 64 0 0,-1-1-64 0 0,1 0-32 0 0,0 2 32 0 0,-1-2 0 0 0,1 2 0 0 0,0 2-32 0 0,-5-3 32 0 0,-1 1 0 0 0,0 2 32 0 0,2 2 0 0 0,0-3 0 0 0,2 1-128 0 0,-3-4 96 0 0,-2 1 0 0 0,1 2 32 0 0,-3-3 0 0 0,1 1 0 0 0,0 3 0 0 0,2-3 0 0 0,3 1 32 0 0,1 2 0 0 0,-4-3 0 0 0,0 1 0 0 0,1 2 0 0 0,0-2 0 0 0,2 0 0 0 0,2 1 0 0 0,-1 3 0 0 0,-2-2 0 0 0,-2-1 0 0 0,0 2 0 0 0,2 1 0 0 0,1 2 0 0 0,1 2 0 0 0,1 0 0 0 0,0 1 0 0 0,1 0 0 0 0,0 1 0 0 0,0-1 0 0 0,0 0 0 0 0,0 0 0 0 0,0 1 0 0 0,-5-6 0 0 0,-1-1 0 0 0,1 1 0 0 0,-9 0-1664 0 0,-10 7-32 0 0,-9 1-5920 0 0,-5 2 7616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12303 9102 6783 0 0,'0'4'17952'0'0,"0"6"-16896"0"0,0 6-672 0 0,5 4-64 0 0,5 4 0 0 0,6 6-64 0 0,4 2 32 0 0,3 5 0 0 0,3 5-64 0 0,0 3-32 0 0,1 4-128 0 0,0 2 0 0 0,0 1-32 0 0,-1-4-32 0 0,-4-1-32 0 0,-6-5-256 0 0,-6-4-448 0 0,-4-1-672 0 0,-8-1-1664 0 0,-8 1-8288 0 0,-2-6 11360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9865 2858 10111 0 0,'0'4'19776'0'0,"0"6"-19744"0"0,0 6 64 0 0,0 9-32 0 0,0 4 0 0 0,0 2 0 0 0,0 4 0 0 0,-4 6-64 0 0,-2-1 64 0 0,0 2 0 0 0,2-1-32 0 0,-4 0 32 0 0,0 3 64 0 0,2-3-32 0 0,1 2-32 0 0,2-3-32 0 0,1 1 32 0 0,-3 2-32 0 0,-1-2 0 0 0,0 1 0 0 0,-2 2 0 0 0,-1 2-32 0 0,2 3 0 0 0,-3 1 0 0 0,1 1 0 0 0,1 0 32 0 0,-1-3-32 0 0,-1-2 32 0 0,3-4-32 0 0,2-4 0 0 0,2-5 0 0 0,1-4 0 0 0,1-2 0 0 0,1-1 0 0 0,5-5-32 0 0,6-7 64 0 0,5-5-32 0 0,0 1 0 0 0,2-3 32 0 0,2-1-32 0 0,2-2 0 0 0,2-2 0 0 0,5-2 0 0 0,3 1 0 0 0,4-2 32 0 0,0 1-32 0 0,8 0 0 0 0,5-1 32 0 0,2 1-32 0 0,7 0 0 0 0,6 0 32 0 0,1 0-32 0 0,2-5 0 0 0,4-1 0 0 0,-2 1 0 0 0,0-4 0 0 0,-2 0 0 0 0,0 2 0 0 0,-2 1 0 0 0,-4 2 0 0 0,-3 2 0 0 0,2 2 0 0 0,-1-1 0 0 0,-2-3 32 0 0,-1-1-32 0 0,-2 0 0 0 0,-5 0 0 0 0,-3 2 0 0 0,-4 2 0 0 0,-6 0 0 0 0,-3 0 0 0 0,-4 1 0 0 0,-2 0-32 0 0,-2 1 32 0 0,0-1 0 0 0,0 0 0 0 0,0 0 0 0 0,0 0 0 0 0,0-4 0 0 0,1-2 0 0 0,-5-4 128 0 0,-10-5-96 0 0,-7-4 0 0 0,-8-3 0 0 0,-8-2-32 0 0,-7-7 0 0 0,1-5 0 0 0,-2-7 32 0 0,-2-4-32 0 0,4-3 0 0 0,-1-2 0 0 0,4 4 0 0 0,4 6 32 0 0,0 5 0 0 0,1 4 0 0 0,3 4-32 0 0,-2 3 0 0 0,0 0-288 0 0,3 2-736 0 0,1-1 192 0 0,6 5-128 0 0,4 0-608 0 0,0 1-1728 0 0,-1-2-13504 0 0,0 2 16800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11640 2804 7167 0 0,'0'-4'14016'0'0,"-4"-2"-8736"0"0,-6 5-5152 0 0,-6 2-96 0 0,-4 6 0 0 0,-8 6 0 0 0,-8 5 0 0 0,-6 8 32 0 0,-5 9 0 0 0,-8 6-64 0 0,-3 7 0 0 0,-5 6 0 0 0,-5 5 32 0 0,-4 4-32 0 0,-3 5 32 0 0,-6 4-32 0 0,-3 7 64 0 0,-4 4-32 0 0,-1 5 0 0 0,-3 0 0 0 0,2 0 0 0 0,2 1 64 0 0,4-1-32 0 0,2-2-64 0 0,-2-3 0 0 0,4-2 64 0 0,3-2-32 0 0,1-5-32 0 0,1-3 32 0 0,3-4-32 0 0,7-4 0 0 0,4-10 0 0 0,9-4 0 0 0,8-6-64 0 0,8-6-64 0 0,6-5-64 0 0,7-13-10624 0 0,8-13-2656 0 0,6-8 13472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9101 2751 18687 0 0,'-9'-4'6688'0'0,"2"-2"-6592"0"0,6 0 0 0 0,8 2 128 0 0,7 1 64 0 0,5 5-96 0 0,9 7 32 0 0,8 2 96 0 0,11 8-160 0 0,11 5-32 0 0,9 3-32 0 0,10 5-32 0 0,9 7 0 0 0,13 4 32 0 0,11 5 160 0 0,18 7-160 0 0,18 12 64 0 0,5 2 0 0 0,-4 0-96 0 0,-15-4 0 0 0,-17-9-32 0 0,-14-4 0 0 0,-11-3 96 0 0,-4-1 32 0 0,2 4-32 0 0,-2 3-32 0 0,3 5 0 0 0,-2 1-32 0 0,-1-1-64 0 0,-2-2 0 0 0,-8-3 0 0 0,-7 0 0 0 0,-6-3 0 0 0,-6 0 0 0 0,-8-5 0 0 0,-3-1 0 0 0,-6-5 0 0 0,-4-4 0 0 0,-5-5-32 0 0,-3-7-64 0 0,-2-4-96 0 0,0-1-128 0 0,-1-4-256 0 0,-1 0-256 0 0,1-3-288 0 0,0-3-736 0 0,-4-4 1856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12901 14473 1343 0 0,'0'4'27104'0'0,"-5"2"-27040"0"0,-5 4-64 0 0,-6 5 0 0 0,-8 8 0 0 0,-14 9 0 0 0,-9 9 0 0 0,-15 5 0 0 0,-13 13-32 0 0,-21 18 32 0 0,-24 18 0 0 0,-24 15 0 0 0,-12 10 0 0 0,2-2 0 0 0,18-11 96 0 0,24-21-64 0 0,23-16 0 0 0,16-15-32 0 0,18-12 0 0 0,12-10 0 0 0,15-6-32 0 0,20-16-3296 0 0,16-14 2016 0 0,7-12-3648 0 0,1-2 4960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11721 14340 13823 0 0,'-9'-9'12576'0'0,"2"-3"-11200"0"0,6 1-1216 0 0,12 6 128 0 0,13 9 32 0 0,16 12-64 0 0,18 13 0 0 0,17 14-32 0 0,18 13-64 0 0,10 10-32 0 0,6 7-32 0 0,1 4 64 0 0,0 3 0 0 0,-5-4-32 0 0,-8-2-64 0 0,-8-4-32 0 0,-9-6 0 0 0,-10-9-32 0 0,-8-5 0 0 0,-10-7 0 0 0,-9-6-32 0 0,-9-10-160 0 0,-4-4-288 0 0,-4-7-2784 0 0,-6-10-12800 0 0,-6-7 16064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12113 10398 7711 0 0,'-9'0'15392'0'0,"-7"0"-12448"0"0,-6 0-1760 0 0,-7 0-960 0 0,-3 9-160 0 0,-6 7 0 0 0,-8 10 96 0 0,-11 13 0 0 0,-12 9 32 0 0,-13 10 64 0 0,-5 12 64 0 0,-5 8 0 0 0,-5 3-64 0 0,1 2-96 0 0,8-6-128 0 0,6-5-32 0 0,12-8 0 0 0,10-10-32 0 0,14-9-160 0 0,12-13-128 0 0,6-7-192 0 0,4-8-192 0 0,6-3-288 0 0,2-3-192 0 0,-1-4-4736 0 0,2-3 5920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10794 10319 16863 0 0,'-18'4'9280'0'0,"-1"2"-7904"0"0,7 0-768 0 0,14 2-320 0 0,16 6 64 0 0,14 4 0 0 0,13 7 0 0 0,18 9 0 0 0,20 12-64 0 0,18 11 0 0 0,13 9-96 0 0,5 6 32 0 0,-4 0-96 0 0,-9-3 0 0 0,-5-5-32 0 0,-2-5-32 0 0,-4-3-32 0 0,-11-3-32 0 0,-9-5 0 0 0,-10-7-256 0 0,-11-6-416 0 0,-10-5-448 0 0,-18-2-22464 0 0,-12-7 23584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13573 1578 3071 0 0,'4'-8'15264'0'0,"1"2"-7232"0"0,-1 5-8000 0 0,0 7 32 0 0,-1 6 32 0 0,-2 8-64 0 0,0 8 64 0 0,0 7 0 0 0,-1 4 0 0 0,0 4 0 0 0,3 1-32 0 0,2 0-32 0 0,3 1 0 0 0,4 0 0 0 0,0 3 32 0 0,2 0-32 0 0,2 1 0 0 0,-2-2 0 0 0,1-1-32 0 0,1 2 64 0 0,-2 1-64 0 0,0-1 32 0 0,2-1 32 0 0,1-1-32 0 0,-2-2-32 0 0,1 0 64 0 0,0-4-64 0 0,-2-2 0 0 0,0-3 32 0 0,2-1-32 0 0,-2-2 64 0 0,0-3-64 0 0,-3 1 0 0 0,2-1 32 0 0,-3-1-32 0 0,2 1 0 0 0,-2-1 64 0 0,1 3-64 0 0,-1 4 32 0 0,1-2 0 0 0,-1 2 0 0 0,2 3-32 0 0,-2 1 32 0 0,-2-2-32 0 0,-3 0 0 0 0,2-2 0 0 0,-1-1 0 0 0,-1-1 32 0 0,2-3-32 0 0,1 0 32 0 0,-3 0-32 0 0,0-3 32 0 0,1 2-32 0 0,0 0 64 0 0,-1-2-32 0 0,-1 3 32 0 0,2-1-32 0 0,1 2 32 0 0,-2 0-64 0 0,-1 1 32 0 0,2 0-32 0 0,0 1 0 0 0,-1-1 64 0 0,-1 1 0 0 0,-1-1-32 0 0,-2 1 32 0 0,4-1-64 0 0,-1-2 32 0 0,1-3 0 0 0,-2-3 0 0 0,4-1-32 0 0,-1 3 0 0 0,-1 0 32 0 0,-1 0-32 0 0,-1-1 32 0 0,-2-1 0 0 0,4 3-32 0 0,0 0 32 0 0,-1 3-32 0 0,0 0 32 0 0,-2-1-32 0 0,0 1 32 0 0,-2 0-32 0 0,4 2 64 0 0,1-1-32 0 0,-1-2-32 0 0,0-2 32 0 0,-2 1-32 0 0,4 0 32 0 0,-1-1-32 0 0,0-2 32 0 0,-1-1 0 0 0,-2-1-32 0 0,0-1 0 0 0,-1 0 0 0 0,-1-1 0 0 0,3 1 32 0 0,2-1-32 0 0,-1 0 0 0 0,0 1 32 0 0,-2-1-32 0 0,0 1 32 0 0,-1-1-32 0 0,-1 1 0 0 0,0-1 32 0 0,0 1 0 0 0,0 0-32 0 0,0-1 0 0 0,-1 1 0 0 0,5-4 32 0 0,5-5-32 0 0,4-5 0 0 0,7-3 32 0 0,5-3 0 0 0,1-2-32 0 0,0 0 0 0 0,-1-1 0 0 0,3 0 0 0 0,0-4 0 0 0,3 0 0 0 0,3 0 0 0 0,0 1 0 0 0,1 1 0 0 0,-1 1 0 0 0,0 2 0 0 0,-1-1 0 0 0,0 1 0 0 0,3 0 0 0 0,2 1-32 0 0,2-1 32 0 0,2 0 0 0 0,-3 0 0 0 0,-1 0 0 0 0,1 0 0 0 0,1 0 0 0 0,1 0 0 0 0,-3 0 0 0 0,0 0 0 0 0,0 4 0 0 0,-2 1 0 0 0,0-1 0 0 0,1 0 0 0 0,1-1 0 0 0,3-1-32 0 0,-3-2 0 0 0,-1 1 32 0 0,2-1 0 0 0,0 0 0 0 0,2-1 0 0 0,1 1 0 0 0,1-4 0 0 0,-4-1 0 0 0,0 1 0 0 0,-1 0 0 0 0,2-2 0 0 0,-3-1 0 0 0,0 1 0 0 0,1 2-32 0 0,-3 2 32 0 0,-3 0 0 0 0,0 1 0 0 0,-1 1 0 0 0,0 1 0 0 0,0-1 0 0 0,1-4 0 0 0,0 0 0 0 0,0-1 0 0 0,0-2 0 0 0,1-1-32 0 0,-1 2 32 0 0,1 2 0 0 0,-1-3 0 0 0,-3 0 0 0 0,2 2 0 0 0,-2 1 0 0 0,-1 2 0 0 0,2-3 0 0 0,-1-1-32 0 0,-2 1 0 0 0,-1 2 32 0 0,-2 0 0 0 0,-1 2 0 0 0,-1-3 0 0 0,0-1 0 0 0,-1 0 0 0 0,0-2 0 0 0,1 0 0 0 0,-1 0-32 0 0,0 3 32 0 0,1-3 0 0 0,-1 1 0 0 0,-3-3 0 0 0,-1 0 0 0 0,-4-2 0 0 0,0 1 0 0 0,-2-1 32 0 0,0-3 0 0 0,-1-3 0 0 0,-3-2 0 0 0,-2-5 0 0 0,-2-5-32 0 0,-2-6 0 0 0,-1-4 32 0 0,0-3-32 0 0,0-1 0 0 0,-1-2 0 0 0,-3-3 32 0 0,-1-1-32 0 0,0 4 0 0 0,-3 3 32 0 0,1 0 0 0 0,1 1 32 0 0,-3-1 0 0 0,1 0-64 0 0,2 4 32 0 0,-2-4 0 0 0,0-1-32 0 0,2-1 0 0 0,-2 0 0 0 0,1 0 0 0 0,0-1 0 0 0,0 2 0 0 0,-1-1 0 0 0,2 4 0 0 0,2 2 32 0 0,1 3-32 0 0,2 1 32 0 0,0 1 32 0 0,1 1-32 0 0,0-3 0 0 0,1 1 0 0 0,-1-1 32 0 0,0-2-64 0 0,4-1 0 0 0,1-3 32 0 0,0 3-32 0 0,2 0 64 0 0,1-1-32 0 0,-2 0-32 0 0,2 1 32 0 0,0 1 0 0 0,2-1 0 0 0,0-1-32 0 0,1 2 0 0 0,-1 0 0 0 0,-2 3 32 0 0,1 0 0 0 0,-1 1 0 0 0,-2 4-32 0 0,2-2 32 0 0,0 2 0 0 0,-2 2-32 0 0,-2-3 32 0 0,-2 2 0 0 0,0-4-32 0 0,2 2 32 0 0,1 1-32 0 0,-1-1 32 0 0,0 0-32 0 0,-2-2 0 0 0,-1 2 0 0 0,0 1 32 0 0,-1-2-32 0 0,0 2 0 0 0,0 1 0 0 0,0 2 0 0 0,0-2 0 0 0,-1 0 0 0 0,1 1 32 0 0,0 2-32 0 0,0-2 0 0 0,0-1 32 0 0,0 1-32 0 0,0 2 0 0 0,0 0 32 0 0,0 2-32 0 0,-3 1 0 0 0,-2 1 0 0 0,0-1 0 0 0,1 1 32 0 0,-2-4-32 0 0,-1-1 0 0 0,2-1 0 0 0,1 2 0 0 0,1 1 0 0 0,-2 1 0 0 0,-1 0-32 0 0,2 1-96 0 0,0 1-32 0 0,2-1-64 0 0,0 1-64 0 0,2-1-192 0 0,-4-6-384 0 0,-1-7-640 0 0,-3-5-1664 0 0,-1 5 3168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18283 1879 19999 0 0,'0'3'4416'0'0,"0"6"-4352"0"0,3 4 32 0 0,2 4-96 0 0,0 6-128 0 0,2 3-352 0 0,5 5-352 0 0,-1 4-704 0 0,5 3-1216 0 0,1 7-3904 0 0,0-1-5216 0 0,-2-8 11872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18653 2884 16767 0 0,'0'15'6528'0'0,"0"8"-6528"0"0,0 4 0 0 0,0 1-320 0 0,0 4-1248 0 0,0 6-11104 0 0,0-2 12672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18785 3836 11967 0 0,'4'22'7616'0'0,"5"11"-8032"0"0,4 4-1344 0 0,0-5 1760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18971 4630 19807 0 0,'7'19'2816'0'0,"6"9"-3072"0"0,2 4-32 0 0,0-1-480 0 0,3 3-960 0 0,1-1-2240 0 0,2-2-4960 0 0,-4-7 8928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19209 5398 15007 0 0,'0'18'8768'0'0,"0"10"-8512"0"0,0 4-160 0 0,3 0-96 0 0,6-2-32 0 0,1-2 0 0 0,2-2 32 0 0,3 1-352 0 0,-2 1-416 0 0,2-2-960 0 0,-2 3-1568 0 0,-4 3-3232 0 0,-3 4 96 0 0,-2-4 6432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19368 6218 17119 0 0,'3'11'3392'0'0,"2"3"-3392"0"0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19076 6042 18655 0 0,'15'14'7392'0'0,"12"9"-7168"0"0,5 8-128 0 0,5 2-96 0 0,-1 0 0 0 0,1-3 0 0 0,-2-3 32 0 0,-3-1 0 0 0,-4-3-32 0 0,-2-1 0 0 0,-3-4 0 0 0,-1-5 0 0 0,0-5 0 0 0,-1-4 64 0 0,0-3-32 0 0,0-8 32 0 0,0-7-32 0 0,0-9-32 0 0,0-7 32 0 0,1-6-32 0 0,0-5 32 0 0,-1-2 0 0 0,-3 3-32 0 0,-1 0 0 0 0,-4 3 0 0 0,-4 1-32 0 0,-3 3-256 0 0,-3 3-352 0 0,-2 4-512 0 0,-1 1-608 0 0,0 3-5568 0 0,-1 4 7328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13335 2117 9311 0 0,'4'3'11904'0'0,"1"6"-10912"0"0,3 0-448 0 0,1 4-160 0 0,-2 1-352 0 0,2 4-32 0 0,-1 2-352 0 0,-1 0-928 0 0,-2 6-864 0 0,-2 8-1728 0 0,-2 10-1248 0 0,0 5-3264 0 0,-1-7 8384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13494 4048 19071 0 0,'3'18'1952'0'0,"6"11"-1920"0"0,1 6-32 0 0,2 2 0 0 0,-1 2 64 0 0,2-3-64 0 0,1 1 0 0 0,4-3-512 0 0,1 1-1760 0 0,-3 4-1760 0 0,1 12-9408 0 0,-4-4 13440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13917 5371 14111 0 0,'7'18'7648'0'0,"3"10"-7552"0"0,3 4-224 0 0,0 4-768 0 0,-3 3-1536 0 0,0 6-9504 0 0,0-5 11936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14129 6297 2207 0 0,'7'22'15136'0'0,"3"11"-15488"0"0,-1 4-768 0 0,2 2-1280 0 0,3 3-896 0 0,-1-3-2784 0 0,-3-8 6080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14337 7276 8799 0 0,'-4'15'9696'0'0,"-1"12"-9536"0"0,0 5-160 0 0,2 1-96 0 0,4-2-608 0 0,2-2-800 0 0,4-3-1984 0 0,5-5-4032 0 0,0-6 7520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14102 7462 19167 0 0,'0'4'4800'0'0,"0"4"-4544"0"0,4 9-32 0 0,5 5-96 0 0,4 6-96 0 0,4 2 0 0 0,2-1-32 0 0,3 3 0 0 0,0-1 0 0 0,0-2 0 0 0,1-6 0 0 0,3-3 32 0 0,1-5-32 0 0,0-5 64 0 0,-2-8 320 0 0,-4-8-192 0 0,-3-10-96 0 0,0-10 0 0 0,-3-12 32 0 0,-1-9 64 0 0,-3-9-32 0 0,-3-6-32 0 0,-3-3-64 0 0,-2 3 0 0 0,-2 3 0 0 0,-1 5-32 0 0,0 9-32 0 0,-1 7 0 0 0,1 7-64 0 0,-5 8-1120 0 0,-3 9-11712 0 0,-2 6 12896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19134 6957 2495 0 0,'0'-3'22048'0'0,"0"2"-15872"0"0,-3 1-6016 0 0,-6 4-32 0 0,-4 6-32 0 0,-4 4 32 0 0,-6 8-64 0 0,-7 6 32 0 0,-2 7-32 0 0,-3 5 32 0 0,-6 5 32 0 0,-4 4 0 0 0,-1 0 0 0 0,3 0 64 0 0,2-6-64 0 0,4-6-32 0 0,4-5 0 0 0,5-5-96 0 0,3-3 32 0 0,2-6-32 0 0,6-2 0 0 0,4-8-6016 0 0,6-8 4416 0 0,3-9-1504 0 0,3-5-4288 0 0,1-2 7392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18521 6959 20511 0 0,'4'0'8128'0'0,"4"3"-7552"0"0,5 6-96 0 0,8 4-96 0 0,7 4-128 0 0,7 6-96 0 0,4 3 64 0 0,3 1-32 0 0,2 3 32 0 0,0 0 32 0 0,1-1-64 0 0,0 2 0 0 0,-5 2 0 0 0,-5 0-64 0 0,-4-2-32 0 0,-5-3-64 0 0,-2-2-32 0 0,-6-2 0 0 0,-2-2 0 0 0,0 0-512 0 0,-3-1-1120 0 0,-3 0 352 0 0,-4 0-576 0 0,-3 0-1696 0 0,-1-3 3552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18793 10901 12863 0 0,'-3'0'14880'0'0,"-6"4"-14304"0"0,-1 4-320 0 0,-2 9-64 0 0,-6 5 0 0 0,-5 6 0 0 0,-1 5-64 0 0,-4 9-32 0 0,-5 4 0 0 0,0 2-64 0 0,-2 0 0 0 0,1-1-32 0 0,3-1 32 0 0,3-1 0 0 0,2-8-32 0 0,3-7 0 0 0,4-5 0 0 0,3-6-224 0 0,3-11-2944 0 0,4-9 2016 0 0,4-10-160 0 0,2-5-1088 0 0,3-12-14816 0 0,0 0 17216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18362 10953 7551 0 0,'0'-4'17952'0'0,"0"3"-17152"0"0,0 5 32 0 0,4 5-160 0 0,4 5-128 0 0,2 8-96 0 0,2 3-64 0 0,7 6-96 0 0,3 0-96 0 0,6-1-64 0 0,5 1 0 0 0,1 0 0 0 0,2-2-32 0 0,-2 1-64 0 0,1 0-32 0 0,-2-2 32 0 0,-2-3-32 0 0,-4-4-64 0 0,-2-3-224 0 0,-2-1-128 0 0,-5 1-992 0 0,-1-3 224 0 0,-5 0-416 0 0,-3 0-736 0 0,-7 3-7264 0 0,-5-3 9600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18159 6833 4031 0 0,'-4'-8'18048'0'0,"-1"2"-11712"0"0,0 6-6112 0 0,2 5-32 0 0,0 7-64 0 0,1 4 64 0 0,1 7-96 0 0,1 4 32 0 0,0 4 0 0 0,0 4-32 0 0,0 3 32 0 0,1 4-96 0 0,-5 0 0 0 0,-1 2 32 0 0,1 0-64 0 0,0 0 0 0 0,1-3 32 0 0,2-3 0 0 0,0-2-32 0 0,0-2 0 0 0,1-1 0 0 0,1-4 0 0 0,-1 1 0 0 0,0-1 0 0 0,0-2 32 0 0,0-1-32 0 0,4-6 0 0 0,1-2 0 0 0,0-1 0 0 0,2 1-32 0 0,4 0-32 0 0,4-2 64 0 0,3-4-32 0 0,2-4 32 0 0,1-4 0 0 0,1-2 0 0 0,1-1 0 0 0,3-2 0 0 0,1 1 0 0 0,3-1 0 0 0,4 0 0 0 0,4 1 0 0 0,2-1 32 0 0,2 1-32 0 0,2 0 0 0 0,-4 0-32 0 0,-1 0 32 0 0,0 0 0 0 0,1 0 0 0 0,-3 0 0 0 0,0 0 0 0 0,1 0 0 0 0,-3 0 0 0 0,-3 0 0 0 0,1 0 0 0 0,-3 0 0 0 0,-2 0 0 0 0,-2 0 0 0 0,-2 0 0 0 0,-2 0 0 0 0,0 4 0 0 0,-1 1 0 0 0,1-1 0 0 0,-1 0 0 0 0,0-1 0 0 0,0-2 0 0 0,1 0-64 0 0,-5-4 32 0 0,-4-6 0 0 0,0-4-32 0 0,-4-8 64 0 0,-2-4-32 0 0,-3-1 0 0 0,-2-3 32 0 0,-1-2 0 0 0,-1-1 0 0 0,-1 0 0 0 0,1-2-32 0 0,-1 2 32 0 0,1-1 0 0 0,-1 0 0 0 0,1 4 0 0 0,0-2 0 0 0,0 2 0 0 0,-4 1 0 0 0,-1-2 32 0 0,-3 1-32 0 0,0 2 0 0 0,0-3 0 0 0,3 1 0 0 0,1 2 0 0 0,2-3 0 0 0,-2 1-32 0 0,-1 1 32 0 0,0 3 0 0 0,2 0 0 0 0,1 2 0 0 0,0 1 0 0 0,-2 1 0 0 0,-1-1 0 0 0,0 1 0 0 0,-2 3 0 0 0,-4 6 128 0 0,-4 0-96 0 0,-2 2 160 0 0,-3 4-128 0 0,-2 2-32 0 0,0 2-32 0 0,0 1 0 0 0,0 1 0 0 0,0 0 0 0 0,0 1 32 0 0,0 3-32 0 0,-4 1 0 0 0,0 0 32 0 0,-4 3-32 0 0,-4 0 32 0 0,-7 2-32 0 0,-4 3 0 0 0,-2-1 0 0 0,-4-2 32 0 0,0 1 0 0 0,-3-1-32 0 0,-3-3 0 0 0,0-3 0 0 0,0-1 0 0 0,2-2-32 0 0,2-1-32 0 0,4 0-192 0 0,6 0-96 0 0,6-1-96 0 0,3 1-160 0 0,3 0-320 0 0,0 3-288 0 0,1 6-672 0 0,-1 4-4800 0 0,4 0 6688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2831 18389 927 0 0,'0'0'0'0'0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2857 18347 1919 0 0,'-4'0'14176'0'0,"-7"0"-9376"0"0,4 0-2848 0 0,7 0-1568 0 0,9-5 0 0 0,10-1-160 0 0,7 1 32 0 0,4-4-96 0 0,0 0-32 0 0,5-3-32 0 0,0 1 64 0 0,4-3 32 0 0,-2-3-32 0 0,3 2-64 0 0,-2-2 32 0 0,2-2-32 0 0,-1 3 32 0 0,1-1-32 0 0,-2-2-64 0 0,-3 2-32 0 0,2 0 64 0 0,-2 3-64 0 0,-2-1 0 0 0,2 3 32 0 0,4 2-32 0 0,0 0 32 0 0,-3 0 0 0 0,-2 3-32 0 0,1 2 0 0 0,-1-2 32 0 0,-2 0 0 0 0,3 1 0 0 0,0-3 64 0 0,-3 1-64 0 0,-1-4 32 0 0,3 1 0 0 0,-1 2-32 0 0,-1-1 64 0 0,-2 0-32 0 0,-1 2-32 0 0,-2 3 0 0 0,0-3 32 0 0,-1 1 0 0 0,-1 1-64 0 0,1 1 32 0 0,-1-2 0 0 0,1 0-32 0 0,4 1 0 0 0,1 1 0 0 0,1-2 0 0 0,-2-1 0 0 0,-1-3 0 0 0,-1 1 0 0 0,-1 1 0 0 0,-1 3 0 0 0,0-2 0 0 0,-1 0 0 0 0,1 2 0 0 0,0 1 0 0 0,-1 2 0 0 0,1-3 32 0 0,0 0-32 0 0,-1 0 0 0 0,6 2 0 0 0,0-3 0 0 0,5-1 32 0 0,0 2-32 0 0,3 1 0 0 0,-1 2 0 0 0,-2-3 0 0 0,1-1 0 0 0,-1 2 0 0 0,-3 0 0 0 0,3 2 0 0 0,-1 2 32 0 0,-2 0-32 0 0,-3 1 0 0 0,-1 0 0 0 0,-1 0 32 0 0,3 0-32 0 0,0 1 0 0 0,0-1 32 0 0,-1 0-32 0 0,-1 0-32 0 0,-2 0 32 0 0,0 0 0 0 0,3 0 0 0 0,2 0 0 0 0,-1 0 0 0 0,-1 4 0 0 0,-1 2 32 0 0,-1 0-32 0 0,-2-2 0 0 0,0 0 0 0 0,0-2 0 0 0,0-1 0 0 0,-1-1 0 0 0,1 0 0 0 0,-5-5-2304 0 0,-5-1 2304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5912 17593 6399 0 0,'18'-13'14816'0'0,"10"-4"-14432"0"0,4 0-64 0 0,2 4 128 0 0,-5-1-64 0 0,-4 2-192 0 0,-1 3 0 0 0,0 3 0 0 0,0-1 64 0 0,0 0 64 0 0,1 1-128 0 0,0 1-32 0 0,5 3 0 0 0,1-4 0 0 0,1 0-32 0 0,-2 0-96 0 0,-1 2 32 0 0,3 1 32 0 0,1-3 0 0 0,-1-1-32 0 0,-2 2-32 0 0,-1 0-32 0 0,-1 2 32 0 0,-2 2-32 0 0,0 0 0 0 0,0 0 0 0 0,-1 2 0 0 0,1-1 0 0 0,-5-4 64 0 0,-1-2 0 0 0,0 1-64 0 0,1 0 0 0 0,2 2 0 0 0,1 1 64 0 0,-4-3-64 0 0,0-1 0 0 0,0 0 0 0 0,-3-3 0 0 0,0 1 32 0 0,2-4 0 0 0,-3-4 64 0 0,-4-3 160 0 0,-4-3 0 0 0,-3-2-192 0 0,-3-2 96 0 0,-2 0-128 0 0,0-5 64 0 0,-1-2 0 0 0,1-3-96 0 0,-6-5 0 0 0,-4-4 0 0 0,-2-3 0 0 0,-3-3 0 0 0,-3 0 0 0 0,2-2 0 0 0,-2 1 0 0 0,-1 4 0 0 0,2 1 64 0 0,0 1-64 0 0,-2 3 32 0 0,2 0 96 0 0,0-1-64 0 0,3 2 64 0 0,-1 0-64 0 0,3-2-32 0 0,-2-2 0 0 0,2-3-32 0 0,-2 0 64 0 0,3-2-32 0 0,1-5-32 0 0,4 2 0 0 0,3 2 0 0 0,1 1 0 0 0,1 1 32 0 0,2 4-32 0 0,-1 1 0 0 0,1-1 0 0 0,-1 4 0 0 0,1 4 0 0 0,-1-1 0 0 0,0 3 0 0 0,4 3 0 0 0,2-2 0 0 0,0 1 0 0 0,-2 1 0 0 0,0 3 0 0 0,-3-4 0 0 0,1 1 0 0 0,-2 1 32 0 0,0-2-32 0 0,0-1 0 0 0,-1 2 0 0 0,1 2 0 0 0,0-2 0 0 0,0-1 0 0 0,0 2 0 0 0,0 2 0 0 0,0 1 0 0 0,0 2 64 0 0,0 0-64 0 0,0 1 0 0 0,0 1 0 0 0,0-1 0 0 0,0 1 0 0 0,0-1 0 0 0,0 1 0 0 0,0-1 0 0 0,0 0 32 0 0,-5 0 0 0 0,0 1 32 0 0,-1-1 0 0 0,-3 4-64 0 0,0 2 0 0 0,2 0 0 0 0,1-1 0 0 0,-2 3 0 0 0,0 0 0 0 0,2-2 128 0 0,-3-1-32 0 0,0-1-96 0 0,-3 2 32 0 0,1 1-32 0 0,-2 3 32 0 0,-3 5-32 0 0,-4 4 32 0 0,-2 3-32 0 0,-3 2 0 0 0,0 2 0 0 0,-6 1 0 0 0,-1 4 0 0 0,0 2 32 0 0,-3-1-32 0 0,0 3 0 0 0,-3 1 32 0 0,0 2-32 0 0,-1-1 0 0 0,1-2 64 0 0,-2 2-64 0 0,2-1 32 0 0,2-2 0 0 0,-1 2-32 0 0,2-1 32 0 0,2-2-32 0 0,2-2 0 0 0,2-2 32 0 0,2-2-32 0 0,1 4 0 0 0,0 1 0 0 0,0-1 0 0 0,1 0 32 0 0,0-3-32 0 0,-1 0 32 0 0,1-1-32 0 0,-1-1 0 0 0,-4 0 64 0 0,-2 0-32 0 0,1 0-32 0 0,0-5 32 0 0,2-1-32 0 0,2 0 0 0 0,0 2 32 0 0,1 0-32 0 0,0-2 32 0 0,0-1-32 0 0,0 1 32 0 0,1 2 0 0 0,-1 1-32 0 0,1 1 0 0 0,-1 1 0 0 0,0 1 0 0 0,0-4 64 0 0,1-2-64 0 0,-1 1 32 0 0,0 1-32 0 0,0-4 32 0 0,0 1 0 0 0,0 0 0 0 0,1 2 64 0 0,-1-2-64 0 0,0-1 0 0 0,0 2-32 0 0,0 1 0 0 0,1-2 0 0 0,-1-1 0 0 0,0 2 32 0 0,0 1-32 0 0,0 2 64 0 0,0-3-64 0 0,1 0 32 0 0,-1 0 0 0 0,0 2-32 0 0,0 1 32 0 0,0-3-32 0 0,1-1 0 0 0,-1 1 32 0 0,0 2-32 0 0,0-3 32 0 0,-4-1-32 0 0,-2 2 0 0 0,1 1 32 0 0,1 2 32 0 0,-4 1 0 0 0,1 1 64 0 0,0 1-64 0 0,2 0-32 0 0,2 1 0 0 0,2-1-32 0 0,0 0 0 0 0,1 0 0 0 0,1 1 0 0 0,-1-1 0 0 0,1 0 0 0 0,-1 0 32 0 0,1 0 0 0 0,-1 0 0 0 0,0 0-32 0 0,0 0 32 0 0,1 0-32 0 0,-1 0 0 0 0,0 0 0 0 0,0 0 0 0 0,0 0 0 0 0,0 0 0 0 0,1 0 32 0 0,-1 0-32 0 0,0 0 0 0 0,0-5-32 0 0,0-1 32 0 0,1 1 0 0 0,-1 0 32 0 0,0 2-32 0 0,0 1 0 0 0,0 1 0 0 0,0 1 0 0 0,1 4 0 0 0,-1 2 0 0 0,0 0 0 0 0,0 3 0 0 0,0 0 0 0 0,1-1 0 0 0,-1-2 0 0 0,0 2 0 0 0,0 0 0 0 0,0 2 0 0 0,1 1 0 0 0,-1-3 0 0 0,-4 3 0 0 0,-7-2 0 0 0,-4 4 0 0 0,-10 2-32 0 0,-8 4-32 0 0,-8 7-32 0 0,-6 4-96 0 0,-7 1-64 0 0,-4 4-160 0 0,-1 1-352 0 0,1 2-160 0 0,-2 4-256 0 0,-1 0-288 0 0,7-4-3008 0 0,16-8 4480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7038 15976 7327 0 0,'4'0'18432'0'0,"7"0"-18336"0"0,4 0-32 0 0,6-4 0 0 0,2-2 0 0 0,3 1-64 0 0,0-4 64 0 0,1 0 0 0 0,0 1-64 0 0,0 3 64 0 0,-1-3-64 0 0,0 0 0 0 0,0 1 32 0 0,0 3-32 0 0,0-4 0 0 0,0 1 64 0 0,0 1-64 0 0,0 1 0 0 0,-1 2 0 0 0,1-3 0 0 0,0-1 0 0 0,0 2 0 0 0,-1 0 0 0 0,1 3 0 0 0,0 0 0 0 0,0 1 0 0 0,0-3 0 0 0,0-2 0 0 0,-1 1 0 0 0,1 0 0 0 0,0 2 0 0 0,0 2 0 0 0,0 0 0 0 0,-1 0 0 0 0,1 1 0 0 0,0 1 0 0 0,0-1 0 0 0,0 0 32 0 0,0 0-32 0 0,-1 0 0 0 0,1 0 0 0 0,0 0 0 0 0,0 0 0 0 0,0 0 0 0 0,-1 0 0 0 0,1 0 0 0 0,0 0 0 0 0,0 0 0 0 0,0 0 32 0 0,-1 0 0 0 0,1 0 64 0 0,0 0-64 0 0,0 0 0 0 0,0 0 0 0 0,0 0 0 0 0,-1 0-32 0 0,1 0 0 0 0,0 0 64 0 0,0 0 0 0 0,0 0 0 0 0,-1 0 0 0 0,1 0-32 0 0,0 0 64 0 0,0 0 0 0 0,-5-4-96 0 0,-1-2 32 0 0,0 1-32 0 0,2 0 32 0 0,0 2-128 0 0,2 1-2048 0 0,-3 1 2144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8784 15319 17599 0 0,'5'5'5792'0'0,"5"5"-5696"0"0,6 1 0 0 0,8 4-96 0 0,10 3 32 0 0,3-2 0 0 0,4 2-32 0 0,4 1 0 0 0,2 3 0 0 0,4-4 0 0 0,0 1 32 0 0,1 1-32 0 0,-4 1 0 0 0,-6 2 0 0 0,-5 1-32 0 0,-5-3 32 0 0,-8-1 0 0 0,-8 0 0 0 0,-11 2 128 0 0,-11 5 160 0 0,-13 3 128 0 0,-12 1 0 0 0,-10 3-96 0 0,-6 1-32 0 0,-4 3 0 0 0,-3 0-64 0 0,0-3-128 0 0,0-3-96 0 0,5-6 0 0 0,6-4 0 0 0,6-5-224 0 0,10-2-1024 0 0,4-2 96 0 0,7 0-11168 0 0,5-2 12320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4769 18097 7167 0 0,'-5'-4'17728'0'0,"-5"3"-17056"0"0,-1 5-448 0 0,-4 7 64 0 0,-3 7-32 0 0,-2 3-32 0 0,-8 8 0 0 0,-3 7-64 0 0,0 7-32 0 0,-5 9 0 0 0,-4 4-64 0 0,-4 6 0 0 0,-8 6-64 0 0,-4 4 64 0 0,-1 3 0 0 0,1 2-32 0 0,0-3 0 0 0,6-6-32 0 0,7-5 0 0 0,6-9 0 0 0,5-10-96 0 0,8-7-96 0 0,4-11-256 0 0,5-13-5280 0 0,5-14 192 0 0,5-15-2688 0 0,2-6 8224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3995 18362 7135 0 0,'5'-5'12864'0'0,"5"0"-9312"0"0,1 3-2272 0 0,4 4-768 0 0,3 5-128 0 0,7 5 64 0 0,4 6-32 0 0,10 4-128 0 0,8 3 0 0 0,8 1-32 0 0,9 0-128 0 0,5 1-32 0 0,6 0-64 0 0,2 0-32 0 0,2-1 64 0 0,0 0-64 0 0,-4 0 0 0 0,-7-4 0 0 0,-10-2 0 0 0,-10-4-96 0 0,-9-1-128 0 0,-8-2-320 0 0,-8 0-4032 0 0,-8-1 4576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6525 14790 8735 0 0,'-13'9'12032'0'0,"-9"3"-10688"0"0,-1 3-416 0 0,0 4-224 0 0,-2 4 32 0 0,1 5-416 0 0,-2 4-32 0 0,0-1 0 0 0,0 5-96 0 0,-4-1-96 0 0,-2 4 32 0 0,1-2-128 0 0,0-1 0 0 0,7-4 0 0 0,2-6 0 0 0,5-4-96 0 0,5-14-5952 0 0,5-13 320 0 0,4-14-3456 0 0,2-5 9184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6112 14843 13311 0 0,'0'5'10176'0'0,"0"5"-9568"0"0,0 6 224 0 0,0 4-544 0 0,4 3-64 0 0,6 3 224 0 0,6 0-192 0 0,0 1-64 0 0,6 0-64 0 0,4 0 0 0 0,2-1 0 0 0,0 1-64 0 0,0-1-64 0 0,0 0 0 0 0,-1-5 0 0 0,-1-1 0 0 0,1 0 0 0 0,-1-3 0 0 0,-5 0-64 0 0,-1-3-224 0 0,0-4-2432 0 0,-3-4 2720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5847 14578 8671 0 0,'-5'-4'14080'0'0,"-1"3"-11456"0"0,1 10-2400 0 0,0 8-160 0 0,2 10 32 0 0,6 9-32 0 0,1 7-32 0 0,6 6 64 0 0,0 2-64 0 0,4 7-32 0 0,-2 5 0 0 0,-2 2 32 0 0,2 3-32 0 0,-2-2 0 0 0,2-3 0 0 0,-1-3 0 0 0,-2-4 0 0 0,-3-2 0 0 0,2-6 0 0 0,0-7 0 0 0,3-5 0 0 0,-1-6 0 0 0,2-6-32 0 0,0-5 32 0 0,2-4 0 0 0,3-5-32 0 0,2-4 32 0 0,4-8 0 0 0,1-4 0 0 0,-3-4 32 0 0,-1-1-32 0 0,1-3 0 0 0,1 0 0 0 0,-3 0 0 0 0,-1 0 32 0 0,2 4-64 0 0,1-1 32 0 0,6 1 0 0 0,3 3 0 0 0,0 2 0 0 0,5 2 0 0 0,0-3 0 0 0,3 0 0 0 0,4 0 32 0 0,3 2-32 0 0,-1 1 0 0 0,0 2 0 0 0,-2 0 0 0 0,-5 1 64 0 0,-3 0-64 0 0,-4 5 0 0 0,-2 1 0 0 0,-2 0 0 0 0,-1-2-32 0 0,0 0-32 0 0,0-2-288 0 0,-4-1 352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7562 2354 1151 0 0,'0'-4'22240'0'0,"0"3"-18592"0"0,0 5-3680 0 0,-4 9 32 0 0,-1 6 0 0 0,1 7 0 0 0,0 7 0 0 0,1 5 0 0 0,2 3 0 0 0,0 2 0 0 0,0 1 0 0 0,1 5 0 0 0,1 4 0 0 0,-1 0 0 0 0,0 4 0 0 0,4 1 0 0 0,1 3 0 0 0,0 2 0 0 0,2 1 32 0 0,1 1-32 0 0,2-4 0 0 0,3 0 0 0 0,-1-4 0 0 0,2-1 0 0 0,-2-2 0 0 0,-3-3-32 0 0,1-3 32 0 0,-1 2 0 0 0,-3-1 0 0 0,2-1 0 0 0,-1-1 0 0 0,-1-2 0 0 0,-2 3 0 0 0,2 0 0 0 0,0 0 0 0 0,3-1 32 0 0,0-2-32 0 0,-2 0 0 0 0,1-5 0 0 0,1-1 0 0 0,-3-1 0 0 0,-2-2 0 0 0,3-1 0 0 0,-1-2 0 0 0,-1 1 0 0 0,-1 1 0 0 0,-2 3 0 0 0,0 2 0 0 0,-2 1 0 0 0,0 2 32 0 0,0 0-32 0 0,3-3 0 0 0,2-2 0 0 0,0 1 0 0 0,-2-3-32 0 0,0 0 0 0 0,-2-2 32 0 0,0-1 0 0 0,-1-1 0 0 0,4 1-64 0 0,1 2 64 0 0,-1-1 0 0 0,0 1-32 0 0,-2-2 32 0 0,0 1 0 0 0,-1-1 0 0 0,-1-4 0 0 0,0-2-32 0 0,0-2 32 0 0,0-2-32 0 0,3-1 0 0 0,2-1 32 0 0,-1 0-32 0 0,0 0 32 0 0,2 0 0 0 0,1 1-64 0 0,2-5 0 0 0,0 0 0 0 0,2 0 32 0 0,3-3 32 0 0,-1 0-32 0 0,1-2 32 0 0,2 0-32 0 0,1-2 32 0 0,2-2-32 0 0,2-3 32 0 0,0-2 0 0 0,1-2 0 0 0,0-1 0 0 0,0 4 0 0 0,0 0 0 0 0,0 0 0 0 0,-1 3 0 0 0,1 0 0 0 0,0-1 0 0 0,-1 2 0 0 0,1 0 0 0 0,-1-1 0 0 0,1-3 0 0 0,0-1 0 0 0,3-2 0 0 0,1 0 0 0 0,4-1 0 0 0,4 0 0 0 0,4-1 0 0 0,2 1 0 0 0,2 0 0 0 0,1 0 0 0 0,5 0 0 0 0,1-1 0 0 0,3 1 0 0 0,0 0 0 0 0,3 0 0 0 0,2 0 0 0 0,0 0 0 0 0,-4 0 32 0 0,2 0-32 0 0,-3 0 0 0 0,-2 0 0 0 0,2 0 0 0 0,-1 0 0 0 0,-2 0 0 0 0,-2 0-32 0 0,-2 4 32 0 0,4 1 0 0 0,-5 0 0 0 0,3-2 0 0 0,0 4 0 0 0,-1-1 0 0 0,0 4 0 0 0,-1-1 0 0 0,-1 2 0 0 0,-1-1 0 0 0,1-2 0 0 0,-5-3 0 0 0,-1-1 0 0 0,1-3 0 0 0,0 0 0 0 0,-2-1 0 0 0,-1 0 0 0 0,2-1 0 0 0,-3 1 0 0 0,1-1 0 0 0,1 1 0 0 0,2-4 0 0 0,-2-1-32 0 0,-1 1-32 0 0,2-4 32 0 0,2 1 0 0 0,0 0 0 0 0,2-1 0 0 0,-3 0-32 0 0,0 2 64 0 0,-4 1-32 0 0,-1 3 0 0 0,3-4 32 0 0,1 1 0 0 0,-2 0-32 0 0,0 2 32 0 0,2-3-64 0 0,1 0 32 0 0,2 0-32 0 0,1 2-64 0 0,0 2 64 0 0,2-3 0 0 0,-1-1 32 0 0,0 1 32 0 0,1 2 0 0 0,-1 0-32 0 0,1 2 32 0 0,-1 4 0 0 0,4 2 0 0 0,1 3 0 0 0,0 1 0 0 0,-1 2 0 0 0,2 0 0 0 0,1-3 96 0 0,3-2 64 0 0,2-2 32 0 0,5-2 96 0 0,-2-2-96 0 0,0 0 64 0 0,-2 0-64 0 0,-3-4 0 0 0,-3-2 32 0 0,-3 1-32 0 0,-6 1-64 0 0,-2 1 0 0 0,-5 2-64 0 0,0-4 32 0 0,-2 0 0 0 0,-4 0-32 0 0,2 2 0 0 0,-1-3-32 0 0,-2-1-32 0 0,-2 2 32 0 0,-1 1 0 0 0,-1-2 0 0 0,-1-1-32 0 0,-1 2 0 0 0,1-3 0 0 0,-1 1 0 0 0,0-3 0 0 0,0 1 0 0 0,1-2 32 0 0,-1 1-32 0 0,1 2 0 0 0,-1-1 0 0 0,1 0 0 0 0,0 7 64 0 0,-1 6 0 0 0,1 3-64 0 0,0 0 0 0 0,-1-1-64 0 0,1-1-448 0 0,-1-3-64 0 0,1-4-448 0 0,-4-9-864 0 0,-1-7-6016 0 0,-4 0 7904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7752 2248 7263 0 0,'0'-3'17184'0'0,"4"-6"-16544"0"0,1-4-192 0 0,3-1-384 0 0,4 0 32 0 0,4 1-96 0 0,7-1 32 0 0,6-1 96 0 0,6 2-96 0 0,7-1 32 0 0,5-2-32 0 0,9 2 32 0 0,6 0-32 0 0,3 2 0 0 0,5 0 32 0 0,2 1-64 0 0,0 4 0 0 0,-2 1 0 0 0,-1 3 32 0 0,-2 2-32 0 0,0-3 0 0 0,2-1 0 0 0,0 1 64 0 0,0 1-64 0 0,0 1 32 0 0,1 1 0 0 0,2 0-32 0 0,-2 1 0 0 0,-1 0 0 0 0,-2 0 32 0 0,-1 0-32 0 0,3 0 0 0 0,1 0 0 0 0,3 1 0 0 0,0-1 32 0 0,3 0-32 0 0,-1 0 0 0 0,-2 0 0 0 0,-3 0 0 0 0,-5 0 0 0 0,-4 0 32 0 0,-3 0-32 0 0,-2 0 0 0 0,-3 0 0 0 0,1 0 0 0 0,-1 0 0 0 0,0 0 0 0 0,4 0 0 0 0,-2 0 0 0 0,2 0 0 0 0,-3 0 0 0 0,2 3 32 0 0,-2 2-32 0 0,1 0-64 0 0,-2-1 64 0 0,-2 2 0 0 0,1 0 0 0 0,-1 0-32 0 0,-1 2 32 0 0,1-1-64 0 0,3 0 0 0 0,0 1 32 0 0,2-1 32 0 0,-2 3-64 0 0,-2 3 32 0 0,1-1 0 0 0,-2 2 0 0 0,-1-2 32 0 0,1 0 0 0 0,0-1-32 0 0,1-2 32 0 0,1 0 0 0 0,-3-1-64 0 0,2-2 64 0 0,-1-2 0 0 0,-1-2 0 0 0,1-1 0 0 0,0 0 0 0 0,-2-1 0 0 0,-2-1 0 0 0,3 1-64 0 0,-1 0 32 0 0,0-1-96 0 0,-3 1 0 0 0,-4 0 32 0 0,-2 0 0 0 0,-1-4 32 0 0,-3-1-32 0 0,-1 1 32 0 0,-2 0-32 0 0,-3 1 64 0 0,1 2 32 0 0,-2 0-64 0 0,2-3 64 0 0,-1-1 0 0 0,2 0-64 0 0,0-2 0 0 0,1 0 32 0 0,-2 1 32 0 0,-1 1 0 0 0,0 2 0 0 0,0-2-32 0 0,2-1 32 0 0,-2 2 0 0 0,-1 0 0 0 0,1 2 0 0 0,0-3-64 0 0,-2-1 32 0 0,-2 1 0 0 0,2 2-32 0 0,-1 0 0 0 0,0-2 64 0 0,-2 0 0 0 0,-1 0 0 0 0,-1 1-32 0 0,-1 2 32 0 0,0 0-64 0 0,-1 2 0 0 0,1 3 64 0 0,-1 2 0 0 0,1 4 0 0 0,-1-1-32 0 0,-3 4 32 0 0,-2-2 0 0 0,1-2 32 0 0,-2 2-32 0 0,-1-2 0 0 0,1-1-64 0 0,-2 1 64 0 0,-3 3 32 0 0,-3 4 64 0 0,-3 2 96 0 0,-6 6-128 0 0,-2 3 0 0 0,-5 1-32 0 0,-4 2-32 0 0,0 5 32 0 0,-1-1-32 0 0,1 2 32 0 0,0 2 0 0 0,2-1-32 0 0,2 0 96 0 0,0 2-64 0 0,1 1 0 0 0,2 2 0 0 0,-2 1-32 0 0,1 0 0 0 0,1 5 32 0 0,-2 2-32 0 0,1 3 32 0 0,1 0-32 0 0,-2 2 0 0 0,0 3 0 0 0,-1 4 0 0 0,-1 1 0 0 0,3-2 0 0 0,-2 0 0 0 0,1 0 0 0 0,-2 2 0 0 0,1-3 0 0 0,1-1 0 0 0,0-2 0 0 0,0 0 0 0 0,1-2 32 0 0,3-3-32 0 0,1-2 0 0 0,2-3 0 0 0,1-2 64 0 0,0-1-64 0 0,0 0 0 0 0,0-4 0 0 0,1-1 32 0 0,-1 0-32 0 0,0-2 0 0 0,0-1 64 0 0,0 2-64 0 0,0 1 96 0 0,0-1-64 0 0,0-1-32 0 0,-3 2 64 0 0,-2 1-64 0 0,0 2 0 0 0,1-3 0 0 0,2 0 0 0 0,0 1 0 0 0,1-3 32 0 0,1 0-32 0 0,0 1 0 0 0,0-2 0 0 0,-4 0 32 0 0,0 2 0 0 0,-1-2-32 0 0,2 1 32 0 0,0-3 32 0 0,1 1 0 0 0,2-1-32 0 0,-1 0 0 0 0,-2 2 64 0 0,-2-1-64 0 0,0 1 64 0 0,2 2 0 0 0,-3-2-32 0 0,-1 1 0 0 0,2 1-32 0 0,1-1 32 0 0,1-1 32 0 0,-2-1-64 0 0,-1 0-32 0 0,1-2 32 0 0,2 1 0 0 0,0-1-32 0 0,2-3 0 0 0,-3-2 0 0 0,-1-3 0 0 0,0-1-192 0 0,2-4 192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11478 6348 9151 0 0,'0'-4'12352'0'0,"-4"-1"-10816"0"0,-1 4 992 0 0,1 6-2528 0 0,0 6 64 0 0,1 8 0 0 0,2 4 32 0 0,0 7-32 0 0,0 4 0 0 0,1 5 32 0 0,0 6-32 0 0,1 3 0 0 0,-1 4 32 0 0,0 1-32 0 0,0 2 0 0 0,4 3 0 0 0,1 3-32 0 0,0 1 32 0 0,-2 2 32 0 0,0 1 32 0 0,-1 0 0 0 0,2 4 0 0 0,1 1-32 0 0,0 0-32 0 0,-1 3-32 0 0,-2-1 0 0 0,0 0 0 0 0,-2-3 0 0 0,0 3 32 0 0,0-1-64 0 0,4-1 0 0 0,1 2 32 0 0,-1 0-32 0 0,0 3 0 0 0,2-1 32 0 0,0 2-32 0 0,0-1 32 0 0,-2-3-32 0 0,-1 2-32 0 0,-2-4 32 0 0,3-4 0 0 0,1-2 0 0 0,0-4 0 0 0,-2-1 0 0 0,4-4 0 0 0,-1 0 0 0 0,-1-2 0 0 0,-1-2 0 0 0,-1-3 0 0 0,-2-3 0 0 0,0 3 0 0 0,-1 1 0 0 0,0 2 0 0 0,0 0 0 0 0,-1 3 0 0 0,1-1 32 0 0,0 2-32 0 0,0-2 0 0 0,0-1 0 0 0,0-4 0 0 0,0-1 0 0 0,0-2 0 0 0,0-2 0 0 0,0 1 0 0 0,3-2 0 0 0,2 1 0 0 0,0 0 0 0 0,-1 0 0 0 0,-2 0 0 0 0,0 0 0 0 0,-1 0 0 0 0,-1 0 0 0 0,0 4 0 0 0,0 1 0 0 0,0 0 0 0 0,0-1 0 0 0,0-1 0 0 0,-4 2 0 0 0,-1 1 0 0 0,0-1 0 0 0,1-1 0 0 0,2-1 0 0 0,0-1 0 0 0,1-2 0 0 0,1-3 0 0 0,0-2 0 0 0,0 1 0 0 0,0-4 0 0 0,0 1 0 0 0,1-3 0 0 0,-1 0 0 0 0,0 3 0 0 0,0 1 0 0 0,0 3 0 0 0,0 2 0 0 0,-4-4 0 0 0,-1 1 32 0 0,1 0-32 0 0,0 1 0 0 0,1 0 0 0 0,-2-1 0 0 0,-1-2 0 0 0,1 2 0 0 0,1-3 0 0 0,2-1 0 0 0,0-1 0 0 0,-2 0 0 0 0,-1-2 0 0 0,0 1 0 0 0,2-2 0 0 0,0 2 0 0 0,2-2 0 0 0,0 2 0 0 0,1 3 0 0 0,0-2 0 0 0,0 1 0 0 0,1-2 0 0 0,-5 1 0 0 0,-1-1 32 0 0,1-4-32 0 0,0-2 0 0 0,1-2 32 0 0,2-2 0 0 0,0-1-32 0 0,1-1 0 0 0,0 0 0 0 0,0 1 0 0 0,0-1 0 0 0,0 4 0 0 0,0 1 32 0 0,0 0-32 0 0,0-1 32 0 0,0-1-32 0 0,-3 3 0 0 0,-2 1 32 0 0,0-2-32 0 0,2 0 0 0 0,0-2 0 0 0,1-1 0 0 0,1-1 32 0 0,1 0 0 0 0,0 0-32 0 0,0-1 0 0 0,0 0 0 0 0,0 1 0 0 0,1-1 0 0 0,-1 1-32 0 0,0-8-3968 0 0,0-10 2112 0 0,0-9-4192 0 0,0-3 6080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10927 12928 21055 0 0,'0'22'3424'0'0,"4"18"-3200"0"0,5 10 0 0 0,4 11-64 0 0,7 6 0 0 0,5 7-32 0 0,5 5-32 0 0,0 4 0 0 0,4 2-64 0 0,-1-2 128 0 0,1-4 32 0 0,-1-4-64 0 0,1-5 32 0 0,-2-6-96 0 0,-2-7-32 0 0,0-9 0 0 0,0-10-32 0 0,-2-10 0 0 0,1-11 32 0 0,0-8 0 0 0,2-13 32 0 0,0-13 0 0 0,1-14 0 0 0,4-14-64 0 0,1-13 0 0 0,4-16 32 0 0,1-9-32 0 0,-3-6 32 0 0,-4-2-32 0 0,-5 0 0 0 0,-3 0 0 0 0,-3 1 0 0 0,-5 5-128 0 0,-7 10-256 0 0,-4 6-352 0 0,-8 8-384 0 0,-7 10-608 0 0,-3 11-4128 0 0,0 11 5856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14732 2710 11263 0 0,'0'-7'11424'0'0,"0"-7"-10496"0"0,-4 0 2528 0 0,-5 2-3232 0 0,-4 3-192 0 0,-4 3-32 0 0,-2 2 0 0 0,-3 3 0 0 0,0 0 0 0 0,0 2 0 0 0,-1-1 0 0 0,1 1 0 0 0,-1-1 0 0 0,1 4 0 0 0,1 2 0 0 0,-1-2 0 0 0,0 4 0 0 0,1 0 0 0 0,3 1 0 0 0,1 1 0 0 0,4 1 32 0 0,0 0-32 0 0,-1 0 32 0 0,1 3 64 0 0,0 3-64 0 0,-2 2 0 0 0,2 1-32 0 0,3 1 32 0 0,-1 1-32 0 0,2 0 0 0 0,2 0 0 0 0,3 0 0 0 0,2 0 32 0 0,-3 0-32 0 0,0-1 0 0 0,0 1 0 0 0,2 0 0 0 0,1-1 0 0 0,4 1 0 0 0,3 3 0 0 0,-1 2 0 0 0,4-1 0 0 0,-1-1 0 0 0,4-1 0 0 0,-2 0 32 0 0,-1-2-32 0 0,1 0 0 0 0,3 0 0 0 0,0-1 32 0 0,0 1-32 0 0,0-1 0 0 0,0 0 0 0 0,2-3 0 0 0,-1-1 0 0 0,1 0 0 0 0,2-3 0 0 0,-3 0 32 0 0,2-2-32 0 0,0 0 0 0 0,3-2 0 0 0,1 1 0 0 0,1-1 0 0 0,1-2 0 0 0,1-3 0 0 0,-1 1 0 0 0,1 1 0 0 0,0-2 0 0 0,4-2 0 0 0,0-1 0 0 0,5 0 0 0 0,-1-6 32 0 0,2-1-32 0 0,0-3 0 0 0,-2-1 0 0 0,-3-2 0 0 0,2-3 32 0 0,0 0-32 0 0,-2 0 0 0 0,-2-2 0 0 0,2-2 0 0 0,1-1 0 0 0,-1-1 0 0 0,-2-2 0 0 0,3 1 0 0 0,0-1 0 0 0,-1-4 0 0 0,-6-1 0 0 0,-1 1 0 0 0,-6 0 64 0 0,0 2-64 0 0,-3 1 32 0 0,-4-4 0 0 0,-2 1-32 0 0,-3-1 64 0 0,-1 2 0 0 0,-5 1 32 0 0,-1-3 0 0 0,-8 0-32 0 0,-5 1 0 0 0,-3 0 32 0 0,-5 2 64 0 0,-2 1 0 0 0,-4 1 0 0 0,-4 0-32 0 0,-2 1 32 0 0,-3 3-96 0 0,2 2-32 0 0,0 2-32 0 0,0 2 0 0 0,-1 1 0 0 0,3 4-32 0 0,-1 2-32 0 0,0 6 32 0 0,-1 6-64 0 0,-1 6-224 0 0,-2 5-320 0 0,3 2-256 0 0,1 2-544 0 0,3 1-832 0 0,7-1-5408 0 0,9-3 7680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14933 3598 11551 0 0,'0'4'14784'0'0,"0"5"-14784"0"0,0 4 0 0 0,0 4 0 0 0,0 6 64 0 0,0 7 0 0 0,0 5-32 0 0,-4 5 32 0 0,-1 6-64 0 0,1 6 32 0 0,0 5 0 0 0,1 5 0 0 0,2 2-32 0 0,0 5 0 0 0,0 2 0 0 0,1 3 32 0 0,0 1-32 0 0,1 1 0 0 0,-1 0 32 0 0,0 1 0 0 0,-3 2 32 0 0,-2-1 0 0 0,0 1-32 0 0,-2 1 0 0 0,-1 3-32 0 0,2-3 32 0 0,-3 0 0 0 0,2 5-32 0 0,-3 3 0 0 0,0 0 0 0 0,-1 1 0 0 0,1 0 0 0 0,-2-5 0 0 0,2-1 0 0 0,2-5 0 0 0,-1 0 0 0 0,1 2 32 0 0,2-3 32 0 0,-2 1-32 0 0,0 1 64 0 0,2 3 64 0 0,-1 1-64 0 0,-1-1 32 0 0,2-1-32 0 0,2 0 32 0 0,1-1-64 0 0,2-1-32 0 0,0-2 32 0 0,1 0-32 0 0,1-2 32 0 0,-1 1-32 0 0,4-1-32 0 0,1-3 32 0 0,0-2 0 0 0,3-2 0 0 0,-1-6 32 0 0,-1-1-64 0 0,-1-1 32 0 0,2-4 64 0 0,-1 1 0 0 0,0-2 0 0 0,-2 0 64 0 0,-2 1 32 0 0,-1 0-32 0 0,0 0 32 0 0,-1 3-32 0 0,0 5 0 0 0,0 3-32 0 0,-1 5 32 0 0,1 4-32 0 0,0 5 32 0 0,0-1-32 0 0,3 1-64 0 0,2-3 0 0 0,0 1 0 0 0,2-3 0 0 0,1-2-32 0 0,-2 0 0 0 0,3 2 0 0 0,-2 0 0 0 0,3 1-32 0 0,0-1 64 0 0,-3 0 0 0 0,2 0-64 0 0,-1-3 0 0 0,-1 1 0 0 0,-3-2 0 0 0,-1-1 0 0 0,2-2-32 0 0,0 2 32 0 0,0 0 0 0 0,-2-1 0 0 0,-1 2 0 0 0,0 0 0 0 0,-2 2 0 0 0,0 0 32 0 0,0-1-32 0 0,0 0 0 0 0,0 0 0 0 0,0-2 0 0 0,-1-1 0 0 0,1-3 0 0 0,0-1 0 0 0,0 0-96 0 0,0-5 0 0 0,-3-2 64 0 0,-2-3 32 0 0,0-4-32 0 0,1-3 32 0 0,-2-3 0 0 0,-1-2 0 0 0,2-4 0 0 0,-3-3-32 0 0,1 1 0 0 0,-3 1 0 0 0,-3 1 32 0 0,0-3 0 0 0,0 0-64 0 0,1-2 32 0 0,-1-1 32 0 0,2-1-32 0 0,-1-4 32 0 0,2-2 0 0 0,-1-3 0 0 0,0-1 0 0 0,0-1 0 0 0,1-1 0 0 0,-1 0 0 0 0,1 0 32 0 0,2 0-32 0 0,-1 4 0 0 0,1 2-32 0 0,-2-1 32 0 0,1-1 0 0 0,2 3 0 0 0,-2 0 0 0 0,1 3 0 0 0,-2-1 0 0 0,1 3-32 0 0,-2 3 32 0 0,1-2 0 0 0,-1 2-32 0 0,0-3 32 0 0,4-2 0 0 0,-3 0 0 0 0,2-1 0 0 0,2-2 0 0 0,-2-2 32 0 0,1 1-32 0 0,-3 1 0 0 0,1-1 0 0 0,2-2 0 0 0,-2-1 0 0 0,1-2 0 0 0,2 1 0 0 0,-2-2 0 0 0,0 1 0 0 0,2-1 0 0 0,-2 0 32 0 0,1 1-32 0 0,-3-4 0 0 0,1-2 32 0 0,2-6-3136 0 0,2-10 1792 0 0,1-11-2912 0 0,3-8-2272 0 0,0 0 6496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14237 13996 1439 0 0,'-15'22'24416'0'0,"-4"15"-23968"0"0,0 8-96 0 0,4 8-32 0 0,1 2-96 0 0,2-1-64 0 0,4-3-32 0 0,3-5-32 0 0,6-4-32 0 0,6-6 96 0 0,7-8-64 0 0,3-9 32 0 0,3-8-64 0 0,2-10 64 0 0,5-8 64 0 0,4-7-32 0 0,1-8 0 0 0,-1-8 0 0 0,2-2-64 0 0,-2-4-32 0 0,-2-2-32 0 0,-3 1-32 0 0,-1 3 32 0 0,-2 4-32 0 0,-5 4 0 0 0,-5 2-96 0 0,-1 5-160 0 0,-7 6-22688 0 0,-3 5 22944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14102 14969 9695 0 0,'8'-11'13568'0'0,"1"0"-9408"0"0,1 6-3872 0 0,-3 7-64 0 0,2 10 32 0 0,-1 8-96 0 0,-1 7 0 0 0,-3 3-64 0 0,-1 0-32 0 0,-2 2-32 0 0,0-1-32 0 0,-1-1 32 0 0,-1-3-32 0 0,1-2 32 0 0,0-9-4416 0 0,-1-11-9312 0 0,1-6 13696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13917 15117 9983 0 0,'4'-4'15680'0'0,"4"-1"-14976"0"0,6-3 416 0 0,2-1-736 0 0,8-2-96 0 0,2-3-32 0 0,1 1-64 0 0,3-1-96 0 0,0-2-32 0 0,-1 2-32 0 0,-3 3 32 0 0,3 0-64 0 0,-1 2 32 0 0,-1-1-32 0 0,-1 0 0 0 0,-2 0 0 0 0,-1-4 0 0 0,-12 5-18720 0 0,-8 4 18720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13735 14650 4383 0 0,'-11'4'17984'0'0,"-4"4"-17312"0"0,1 5-160 0 0,3 4-192 0 0,-1 3-64 0 0,3 5-64 0 0,1 2 32 0 0,3 0-32 0 0,3 3-128 0 0,1 0-32 0 0,0 2 0 0 0,2 0-32 0 0,-1 1 32 0 0,4-1-32 0 0,2-2 0 0 0,-1-3 64 0 0,2 1-64 0 0,4 0 96 0 0,4-1-32 0 0,0-2 0 0 0,0-1-64 0 0,1-1 64 0 0,3-1-32 0 0,0-4-32 0 0,2-1 32 0 0,0-5 32 0 0,1-3 0 0 0,0-3-32 0 0,0-3 0 0 0,0-2 32 0 0,3-5-32 0 0,2-2-32 0 0,-1-3 64 0 0,-1 0-64 0 0,0-3 0 0 0,2 2 0 0 0,0-2 32 0 0,0-3-32 0 0,-2-2 0 0 0,-1-1 0 0 0,-1 1 0 0 0,-1 1 0 0 0,-4-2 0 0 0,-1 4 0 0 0,-4-1 32 0 0,0 0-32 0 0,-3-3 32 0 0,1 0-32 0 0,3 1 0 0 0,-2 1 32 0 0,1-1 0 0 0,-2-1 0 0 0,2-1 0 0 0,-3-1 64 0 0,2 2-32 0 0,-2 2-64 0 0,-2-1 64 0 0,-3-1-64 0 0,-2-1 0 0 0,-2-2 32 0 0,0 1-32 0 0,-1-2 32 0 0,-1 1 0 0 0,1-1 32 0 0,-1 0 96 0 0,-3 0 256 0 0,-1 0-288 0 0,-3 4-32 0 0,-1 2-64 0 0,-2-1 64 0 0,-3 2 0 0 0,-3 1 32 0 0,-2-1 32 0 0,-1 2-96 0 0,-2-1 32 0 0,0 3 64 0 0,0 2 0 0 0,0 0-32 0 0,0 1-64 0 0,0 2 0 0 0,0 2-64 0 0,0 1 0 0 0,1 2 32 0 0,-1 1 64 0 0,-3 0 32 0 0,-2 0-32 0 0,-2 1 32 0 0,-2-1-32 0 0,-1 4-64 0 0,-4 1-32 0 0,2 4 0 0 0,-2 3 0 0 0,2 0 0 0 0,0 2 0 0 0,1 2-96 0 0,3 2-160 0 0,3-2-128 0 0,3 3-160 0 0,-3 3-384 0 0,0 4-480 0 0,1 9-544 0 0,-2 7-5024 0 0,3-5 6976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8368 6932 10911 0 0,'0'-5'12992'0'0,"-5"-1"-7712"0"0,-5 1-5216 0 0,-6 5-32 0 0,-4 7-32 0 0,-3 11 32 0 0,-3 7-32 0 0,-5 8 0 0 0,-2 3 32 0 0,1 4 32 0 0,-4-1 0 0 0,1 3 0 0 0,1-3 0 0 0,-2-2-64 0 0,1-4 32 0 0,1-3-32 0 0,3-2 0 0 0,2-2 32 0 0,1 0-32 0 0,2-5 0 0 0,0-2 0 0 0,1-4 32 0 0,-1 0-32 0 0,1 2 0 0 0,-1-2 0 0 0,1 0 0 0 0,-1-1 0 0 0,5 0 0 0 0,1-1 0 0 0,0 0-224 0 0,7-5-6560 0 0,7-9-1152 0 0,3-4 7936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7646 7170 21215 0 0,'5'5'7936'0'0,"5"5"-7520"0"0,6 6-64 0 0,4 8-32 0 0,8 6 32 0 0,3 5-32 0 0,6 6-96 0 0,0 5-64 0 0,3-1-32 0 0,4 0-64 0 0,2-2-64 0 0,-1-5 32 0 0,-1-4-32 0 0,2-8-160 0 0,-2-4-256 0 0,-1-6-416 0 0,-3-5-2336 0 0,-8-5 3168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3149 3765 16863 0 0,'0'5'8512'0'0,"0"5"-8064"0"0,0 6 416 0 0,0 8-576 0 0,0 6-64 0 0,0 5-32 0 0,4 6-32 0 0,2 5-64 0 0,4 8 0 0 0,0 3 0 0 0,3 5 0 0 0,4 6 64 0 0,-1 8-64 0 0,0 4 0 0 0,-1 3-64 0 0,0 4 32 0 0,-2 0 0 0 0,2 4 32 0 0,-3-2-64 0 0,2 3 32 0 0,-2-2 64 0 0,-3 2-64 0 0,-3 2 0 0 0,2-1 64 0 0,-1 1-96 0 0,4 2 0 0 0,-1-2-32 0 0,3 0 0 0 0,-2 3 0 0 0,3-4 64 0 0,3-3-64 0 0,3-4 32 0 0,2-8 0 0 0,2-4 0 0 0,1-6-32 0 0,2-5 0 0 0,-1-6 64 0 0,0 2 0 0 0,1-1-32 0 0,-5-1 32 0 0,-2-2 0 0 0,0-2 0 0 0,2 0-64 0 0,0-5 0 0 0,2-3 0 0 0,1 1 32 0 0,0-3-32 0 0,1-1 0 0 0,0-3 0 0 0,0-3 0 0 0,0 1 0 0 0,0-2 0 0 0,-4-2-32 0 0,-2-3 32 0 0,-4-1 0 0 0,-1-2 0 0 0,2-1 0 0 0,-2 0 0 0 0,1-1 0 0 0,2 0 0 0 0,2 1 0 0 0,-2-1 0 0 0,0 1 0 0 0,2-1 0 0 0,1 1 0 0 0,2 0 0 0 0,-3 0 0 0 0,-1 0 0 0 0,2 0 0 0 0,0-1 0 0 0,-2 1 0 0 0,-1-4 0 0 0,-3-2 0 0 0,0-5 32 0 0,-2 1 0 0 0,1-3-32 0 0,2 0 128 0 0,3-1-96 0 0,-1 1 32 0 0,0-2-64 0 0,1 3 32 0 0,2 2-32 0 0,2-1 64 0 0,2-3 32 0 0,0 0-32 0 0,1-1-32 0 0,0-3 96 0 0,0-2-128 0 0,0 1 32 0 0,1 0-32 0 0,-1-1 0 0 0,-1-2 64 0 0,1-1-64 0 0,0-1 0 0 0,0-2 0 0 0,0 0 0 0 0,0 0 0 0 0,-1 0 0 0 0,1-1 0 0 0,0 1 0 0 0,4 0 0 0 0,2 0 0 0 0,-1 0 0 0 0,4 0 0 0 0,4-5 0 0 0,5 0 32 0 0,3-5-32 0 0,3-1 32 0 0,1-2 64 0 0,5 1-32 0 0,3 2 0 0 0,3-1-64 0 0,5 1 64 0 0,4-3-64 0 0,4-2 0 0 0,1 0 0 0 0,6-1 0 0 0,2-2 0 0 0,4 2 0 0 0,1-2 0 0 0,2 0 0 0 0,4 1 0 0 0,-2 0 0 0 0,1-2 0 0 0,3-1 0 0 0,-3-3 0 0 0,1-1 0 0 0,-3-6 0 0 0,0-1 32 0 0,3-1-32 0 0,-2 1 0 0 0,0 2 0 0 0,-1 1 0 0 0,0 1 0 0 0,-2 0 0 0 0,-3 1 0 0 0,1 1 0 0 0,3-1 0 0 0,0 1 0 0 0,1-5 0 0 0,-1-2 0 0 0,1 1 0 0 0,-2 1 0 0 0,-3 1-32 0 0,-3 1 32 0 0,-7 1-32 0 0,-8 1 32 0 0,-7 0 0 0 0,-10 5 0 0 0,-4 1 0 0 0,-7 4 0 0 0,-1 1 0 0 0,-3 2 0 0 0,-8 0 0 0 0,-4 2-32 0 0,-2-3 32 0 0,-1-2-32 0 0,0-3 32 0 0,2 2 0 0 0,-5-1 0 0 0,5 3 0 0 0,1-1 0 0 0,2-2-32 0 0,0-2 0 0 0,0-2 32 0 0,4-2-32 0 0,2-1 0 0 0,3 0 32 0 0,1-1-32 0 0,2-1 32 0 0,3 5 0 0 0,4 2 0 0 0,2 0 0 0 0,-2-2 0 0 0,0 4 0 0 0,-4 0 0 0 0,0 3-32 0 0,-3 4 32 0 0,-3 4 0 0 0,0-1 0 0 0,-1 1 0 0 0,-2 1 0 0 0,2-2 0 0 0,3 0 0 0 0,1 1 0 0 0,2-2 0 0 0,2 0 0 0 0,-1-3 0 0 0,1-3 32 0 0,-3 0-32 0 0,-3-1 0 0 0,-4 1 0 0 0,-3 0 0 0 0,-2 2 32 0 0,-7-1 0 0 0,-1-3-32 0 0,0-2 32 0 0,-4-3-32 0 0,-4-2 0 0 0,0-6 0 0 0,-3-1 32 0 0,3-6-32 0 0,-1-8 0 0 0,1-11 0 0 0,0-8-32 0 0,-3-11-32 0 0,-3-20 32 0 0,-2-14-64 0 0,-2-8 96 0 0,-2 0 0 0 0,0 6-32 0 0,-5 4 32 0 0,-5 8 0 0 0,-2 6 32 0 0,-3 7 96 0 0,-3 5-32 0 0,1 3-64 0 0,-1 1 32 0 0,-1 1 32 0 0,2 0 96 0 0,0-5-64 0 0,-2-1 0 0 0,-2-5 0 0 0,-2-5-64 0 0,-1-4-32 0 0,3 1-32 0 0,1 3 32 0 0,0 4 32 0 0,2 5-64 0 0,1 2 0 0 0,3 2 0 0 0,-1 2-32 0 0,-1 4-32 0 0,-4 3 0 0 0,3 7-128 0 0,-1 7-128 0 0,-1 12-288 0 0,-3 14-448 0 0,-14 26-3936 0 0,-10 21-4352 0 0,3 8 9344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4895 8017 19967 0 0,'4'9'6368'0'0,"11"11"-5792"0"0,6 12-32 0 0,14 8-192 0 0,9 7-32 0 0,10 4-96 0 0,14 7-96 0 0,13 6 32 0 0,10 5 64 0 0,3 5-96 0 0,2 2 0 0 0,4 2 64 0 0,5 5 32 0 0,-1 2-96 0 0,4-1 32 0 0,1-1 0 0 0,3-2-64 0 0,1-5 0 0 0,-2-3-32 0 0,3-6-32 0 0,-5-8 0 0 0,-4-7-32 0 0,-2-3 0 0 0,0 0 64 0 0,-6-6-64 0 0,-1 0 32 0 0,-4-3-32 0 0,-4 0 32 0 0,-4-2-32 0 0,-3-4 0 0 0,-7-2 0 0 0,-3-3 0 0 0,-4-6 0 0 0,-5-3 0 0 0,-4 0 0 0 0,-4-4 64 0 0,-1 0 0 0 0,-6-2 0 0 0,-2 0 0 0 0,-5-2-32 0 0,1 1 0 0 0,1-1 0 0 0,-2 1 32 0 0,1-1 32 0 0,3-3-64 0 0,-2 2 0 0 0,0 3-32 0 0,2-1 64 0 0,3 2 128 0 0,-3 2-64 0 0,-4 0-96 0 0,0-1-32 0 0,-3 3 64 0 0,1 2 0 0 0,-1-2 128 0 0,2-1-64 0 0,-2 2-96 0 0,-2 1 64 0 0,1 2-32 0 0,-1 6-32 0 0,3 2 0 0 0,-1 5 96 0 0,2 0-64 0 0,3 3 0 0 0,3 0 0 0 0,3 1 0 0 0,2 3 32 0 0,1-1-96 0 0,1 0 32 0 0,-4-2-32 0 0,-2-3 32 0 0,-4-4-32 0 0,0-3 0 0 0,-3 2 0 0 0,-4 0 0 0 0,-3-1 0 0 0,-8-1 0 0 0,-2-7 0 0 0,-7-1 0 0 0,-8-6-2848 0 0,-11-9 1376 0 0,-9-11-928 0 0,-3-8-544 0 0,-2-7-5728 0 0,2-1 8672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9304 10478 16863 0 0,'22'8'8512'0'0,"12"8"-8352"0"0,8 6-64 0 0,2 7-96 0 0,3 3 0 0 0,-4 1 32 0 0,1 4-32 0 0,-3-1 0 0 0,0-1 0 0 0,-2 1 0 0 0,-8 0 32 0 0,-5-3 96 0 0,-6-1 192 0 0,-8-3 192 0 0,-5-2 32 0 0,-4 0-128 0 0,-6-2 0 0 0,-8 1 0 0 0,-11-5-64 0 0,-5-2-96 0 0,-8-3-64 0 0,-6-1 32 0 0,-5-2 32 0 0,-3 0 32 0 0,-3-1-128 0 0,-5 1 0 0 0,-2-2-96 0 0,1-2-64 0 0,-4-3-32 0 0,1 2 0 0 0,1 0-160 0 0,7-2-160 0 0,8-2-160 0 0,7-1-320 0 0,6-2-288 0 0,8-4-2464 0 0,8-3 3584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10663 5953 12383 0 0,'0'-4'14176'0'0,"0"2"-13056"0"0,0 7-768 0 0,0 6 32 0 0,4 6-64 0 0,6 9-128 0 0,6 9 32 0 0,4 7 0 0 0,8 9-64 0 0,4 6 32 0 0,4 1-32 0 0,10 4-64 0 0,6 5 0 0 0,7 3 64 0 0,2 5-128 0 0,4-4 96 0 0,0 1-64 0 0,-2 1-32 0 0,1 1-32 0 0,2 1 0 0 0,0-4 0 0 0,1 0 0 0 0,3-3 64 0 0,2-5-64 0 0,2-5 0 0 0,2 2 0 0 0,-3-1 0 0 0,-6-2 0 0 0,-5-1 0 0 0,-4-2 32 0 0,-3-1-32 0 0,-7-1 0 0 0,-8-1 0 0 0,-5 1 0 0 0,-9-6 0 0 0,-4 0 0 0 0,-7-5 0 0 0,-1 0 0 0 0,-2 2 0 0 0,-4-2 0 0 0,-4 0 0 0 0,-1-1 0 0 0,-2 0 0 0 0,-1 3 0 0 0,-1 2 32 0 0,5 3-32 0 0,1 1 0 0 0,5 2 0 0 0,-1 6 0 0 0,4 0 0 0 0,4 1 0 0 0,3 3 32 0 0,7 0-32 0 0,3 3 0 0 0,6-1 0 0 0,5 2 0 0 0,5-1 0 0 0,2-2 0 0 0,3-4 32 0 0,1 2 0 0 0,5-1 64 0 0,2-1 0 0 0,-1-2 0 0 0,3-1-64 0 0,0-7 0 0 0,-1-1-32 0 0,-3-1 32 0 0,-2 0-32 0 0,-1-2 32 0 0,-2 0-32 0 0,-4-4 0 0 0,-3-4 0 0 0,-3-3 0 0 0,-6-4 32 0 0,-4-1-32 0 0,-2-7 0 0 0,-4-1 64 0 0,0-1-32 0 0,-1 2-32 0 0,0-4 32 0 0,-4 1-32 0 0,-2 1 0 0 0,-4 1 0 0 0,0-1 0 0 0,-2-1 0 0 0,0 1 0 0 0,-1 2 0 0 0,1 2 32 0 0,-1 1-32 0 0,-3 2-32 0 0,1-1-32 0 0,0 1 0 0 0,-3 5 0 0 0,-2 1 32 0 0,2 4 0 0 0,1 0 32 0 0,2-1-32 0 0,0 2 0 0 0,3-1 32 0 0,-1-3 0 0 0,-3-1 0 0 0,2-7 0 0 0,-1-4-160 0 0,2-4-1280 0 0,-1-11-4128 0 0,-2-9 384 0 0,-3-10-7776 0 0,-2-2 12960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14002 10028 9695 0 0,'21'17'14848'0'0,"17"11"-14464"0"0,6 4-128 0 0,5 7-160 0 0,-3-1-96 0 0,-4 4 32 0 0,-5-2-32 0 0,-8 1 32 0 0,-10-2 224 0 0,-8 2 64 0 0,-10-3 64 0 0,-9 2 160 0 0,-13-2 96 0 0,-11-3 0 0 0,-14-3-64 0 0,-16-2-32 0 0,-15-3 0 0 0,-12-5-32 0 0,-9-7-64 0 0,-5-1-192 0 0,-2-3-96 0 0,-2-4-96 0 0,5 2-32 0 0,11-1-32 0 0,12-1-128 0 0,11-3-448 0 0,16 3-448 0 0,18 5-2784 0 0,15-1 3808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13539 7144 6847 0 0,'-5'0'18592'0'0,"-5"4"-18528"0"0,-6 2-32 0 0,-4 0 0 0 0,1 2 32 0 0,-1 1 32 0 0,-1 3-32 0 0,-1 0 64 0 0,-2 1 0 0 0,-1 0-32 0 0,4 1 0 0 0,1-2 0 0 0,4 2-32 0 0,1-2-64 0 0,-3-2-32 0 0,3 1 32 0 0,-1-2-320 0 0,7-1-12832 0 0,5-3 13152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13255 7117 2623 0 0,'-4'0'16032'0'0,"3"0"-8512"0"0,5 0-7328 0 0,8 0 32 0 0,5 5-64 0 0,4 1-128 0 0,-1 3 0 0 0,0 2 0 0 0,2-2 0 0 0,0 1 64 0 0,2 5 32 0 0,1-1 0 0 0,0 1 96 0 0,1-1-32 0 0,0 1-96 0 0,0 2 0 0 0,0-1 0 0 0,0 0-64 0 0,0-2-32 0 0,0-3 0 0 0,-4 0 32 0 0,-2-1-32 0 0,-5 2-8704 0 0,-3-1 8704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12269 9551 9599 0 0,'0'-4'14656'0'0,"0"2"-14080"0"0,-4 7-352 0 0,-2 6 32 0 0,-4 11-32 0 0,-5 5-32 0 0,0 8 32 0 0,-1 1-96 0 0,-3 4-64 0 0,-2-1-32 0 0,-3 3-32 0 0,0-3 0 0 0,2-3 0 0 0,2-7 0 0 0,-1-9-2048 0 0,4-13 1184 0 0,0-6 512 0 0,3-9-32 0 0,-1-7-224 0 0,3-5 480 0 0,2-4 128 0 0,4-2 96 0 0,3-2 2080 0 0,6 5-992 0 0,7 6-512 0 0,6 6-32 0 0,5 5-288 0 0,3 3 0 0 0,2 7 0 0 0,1 7-96 0 0,0 1-64 0 0,0 4-64 0 0,0-2-96 0 0,0 2 0 0 0,-1 2-32 0 0,0-1-32 0 0,0-5-192 0 0,-5 1-448 0 0,-1 3-608 0 0,0-2-10240 0 0,-3-3 11520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8057 15610 13183 0 0,'-4'5'12224'0'0,"-6"5"-12032"0"0,-6 1-160 0 0,-4 4 0 0 0,-4 3-32 0 0,-1 3 0 0 0,-2 2 0 0 0,0 2 32 0 0,1 1-32 0 0,-1 0 0 0 0,0 1 0 0 0,1-1 0 0 0,0-4 0 0 0,0-2 32 0 0,0-4 0 0 0,5 0-32 0 0,1-3 0 0 0,0-4 0 0 0,3 1 32 0 0,0-1-32 0 0,-1 2 0 0 0,-2 0 160 0 0,6-3-3680 0 0,6-2 3520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7461 15610 15583 0 0,'-4'0'11392'0'0,"2"5"-10176"0"0,7 5-960 0 0,6 1-160 0 0,6 4-32 0 0,9-2 0 0 0,4-2-64 0 0,6 1 32 0 0,2-1-32 0 0,2-3 0 0 0,-1 1 0 0 0,2 0 0 0 0,-2 3 32 0 0,2-1 64 0 0,-3 1 0 0 0,2 0-32 0 0,-2 2-32 0 0,-3-2 32 0 0,2-2-32 0 0,-2 1-32 0 0,-2-2 32 0 0,-2 3-32 0 0,-2-1 0 0 0,-2-2 32 0 0,-5 1-32 0 0,-2 0-1216 0 0,-5-7-14304 0 0,-4-4 15520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6138 11800 7263 0 0,'0'5'18592'0'0,"0"5"-18272"0"0,0 6-256 0 0,0 4-64 0 0,0 8 32 0 0,0 3 0 0 0,0 6 0 0 0,0 9-32 0 0,0 5 0 0 0,0 4 0 0 0,0 5 0 0 0,0 6 0 0 0,5 0 0 0 0,5 2 0 0 0,6-2 0 0 0,4-3 0 0 0,-1 1 0 0 0,1-2-32 0 0,1 2 32 0 0,1-1 32 0 0,2 1-32 0 0,1 4-32 0 0,0 3 32 0 0,-3 3 0 0 0,-2-3 32 0 0,0 0-32 0 0,-3 1 32 0 0,0-3-32 0 0,-3 0-32 0 0,1-3 32 0 0,2-4 0 0 0,2-3 0 0 0,-2-4 0 0 0,1-2 0 0 0,-3-1 32 0 0,1-1-32 0 0,-3 0 0 0 0,1 4 0 0 0,-2 2 0 0 0,1 0 0 0 0,-1-6 0 0 0,-3-2 0 0 0,-3-1 0 0 0,-2 0 32 0 0,-2-3-32 0 0,-2-1 0 0 0,0-4 0 0 0,0 1 0 0 0,3-3 0 0 0,3 1-32 0 0,-1-1 32 0 0,3 1-32 0 0,1-1 32 0 0,-1-4 0 0 0,2 3 0 0 0,-1-2 0 0 0,-1-2 0 0 0,-3 2 0 0 0,-2 0 32 0 0,-1-2-32 0 0,3-2 0 0 0,1-3 0 0 0,-1 0 0 0 0,-1-2 0 0 0,-1 0 0 0 0,-1 0 0 0 0,-1-1 0 0 0,-1 0 0 0 0,4 1 0 0 0,2 0 32 0 0,-1-1-32 0 0,0 1 0 0 0,-2 0 0 0 0,-2 0-32 0 0,0-1 0 0 0,4 1 32 0 0,1 0 0 0 0,-1 0 0 0 0,0 0 32 0 0,-2 0 32 0 0,-2-1-64 0 0,0 1 0 0 0,0 0 32 0 0,-1 0-32 0 0,-1 0 0 0 0,1-1 0 0 0,4-3-32 0 0,2-11 192 0 0,4-11-160 0 0,4-10 32 0 0,5-8-32 0 0,4-5 0 0 0,1-4 0 0 0,2 4 0 0 0,1 1 0 0 0,-1 0-32 0 0,1 3 32 0 0,-1 5-32 0 0,1 1 32 0 0,-1 3 0 0 0,0 2 0 0 0,0-1 0 0 0,4 0 0 0 0,2 3 0 0 0,-1-3 0 0 0,4 0 0 0 0,-1-2 0 0 0,4 0 0 0 0,-1-2 0 0 0,3 1 0 0 0,-2 3 0 0 0,2 2 0 0 0,-2-1 0 0 0,2 0 0 0 0,-2 2-32 0 0,1 1 32 0 0,-1 2 0 0 0,-2 2 0 0 0,0 1 0 0 0,-1 0-32 0 0,-1 0 32 0 0,1 0 0 0 0,0 0 0 0 0,-3 1 0 0 0,4-5 0 0 0,3-2 0 0 0,-1 0 0 0 0,3 2 0 0 0,-1 1 0 0 0,0-4 0 0 0,-1 0 0 0 0,1 1 0 0 0,3-2-32 0 0,-2-1-64 0 0,1 1 0 0 0,-2-1-32 0 0,-4-1 32 0 0,-3 3-96 0 0,-3 2 160 0 0,-3 6 0 0 0,-1 3 32 0 0,0 1 0 0 0,-1 4-32 0 0,0 0 0 0 0,0-1-128 0 0,1-2 64 0 0,-1-2-64 0 0,-3-6 288 0 0,-7-8-128 0 0,-5-5 0 0 0,-4-6 0 0 0,-4-2 0 0 0,-6-8 0 0 0,-3-1 0 0 0,1-5 0 0 0,0-5 0 0 0,2-4 32 0 0,1-3-32 0 0,2-6 0 0 0,0-3 0 0 0,1 0 0 0 0,0 1 32 0 0,-4-3 32 0 0,-1 0 0 0 0,-1 1 32 0 0,-2-2-96 0 0,-1-4 32 0 0,-3 0-32 0 0,0-2 0 0 0,-1-2 32 0 0,1 1-32 0 0,-2-1 0 0 0,1 3 64 0 0,-1 3 0 0 0,2 4 32 0 0,2-1 0 0 0,0 1 0 0 0,0 1 0 0 0,3 3-64 0 0,2 0-32 0 0,2 3 32 0 0,-3 0-32 0 0,-1-4 64 0 0,-2-2-64 0 0,-1 2 0 0 0,-3 0 64 0 0,-3 1 32 0 0,0 6 96 0 0,0 2 64 0 0,-3 5-64 0 0,2 1-32 0 0,0 3-32 0 0,-2-1-64 0 0,2-3 32 0 0,1 2-32 0 0,-3-1 0 0 0,-2-3-32 0 0,3 2 32 0 0,4-1 0 0 0,0 3 0 0 0,3-1 32 0 0,3 3 32 0 0,2 2-32 0 0,4 4 0 0 0,0 3-64 0 0,2 2 0 0 0,1 0-32 0 0,-1 2 0 0 0,1-5 0 0 0,-1-1 0 0 0,5 5 0 0 0,1 2 0 0 0,0 1 0 0 0,3 0 0 0 0,0-1 0 0 0,-2 0 0 0 0,-1-1 0 0 0,-3 0 0 0 0,-1-1 0 0 0,4 0-64 0 0,0 0-160 0 0,-1 0-512 0 0,-1 9-24992 0 0,-1 7 25728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8572 13332 10303 0 0,'-9'0'12544'0'0,"2"0"-9120"0"0,6 0-3392 0 0,8 0 32 0 0,7 0 0 0 0,5 0 0 0 0,5 0 0 0 0,1 0-32 0 0,7-5-32 0 0,1 0 0 0 0,4-1 32 0 0,0-3-32 0 0,-1 0 0 0 0,-3 1 0 0 0,1 3 32 0 0,0 1-32 0 0,-1 2 0 0 0,-3 1 0 0 0,-1 1 32 0 0,-2 1-32 0 0,0-1 0 0 0,-1 0 0 0 0,-1 1 0 0 0,5-1 32 0 0,1 0-32 0 0,0 0 32 0 0,4 0-32 0 0,-1 0 0 0 0,0 0 0 0 0,1 0 0 0 0,1 0 0 0 0,-3 0 0 0 0,3 0 0 0 0,-1 0 0 0 0,-2 0 0 0 0,-2 0 0 0 0,-2 0 0 0 0,-2 0 0 0 0,0 0 0 0 0,-1 0 0 0 0,-1 0 0 0 0,5 0 0 0 0,1 0 0 0 0,0 0 0 0 0,-1 0 0 0 0,-1 0 0 0 0,-1 0 0 0 0,3 0 0 0 0,1 0 0 0 0,0 0 0 0 0,-2 0 0 0 0,-2 0 0 0 0,4 0 0 0 0,1 0 0 0 0,-1 0 0 0 0,-2 0 0 0 0,-1-4 0 0 0,2-2 0 0 0,2 0 0 0 0,-1 2 0 0 0,2 1 0 0 0,1 1 0 0 0,-2 1 0 0 0,2 0 0 0 0,0 1 0 0 0,-1 0 0 0 0,-3 1 0 0 0,2-1 0 0 0,1 0 0 0 0,-2-4 0 0 0,2-2 0 0 0,1 1 0 0 0,-2 0 0 0 0,-2 2 0 0 0,-2 1 0 0 0,-2 1 0 0 0,4 0 0 0 0,1 1 0 0 0,-1 1 0 0 0,-1-1 32 0 0,-1 0-32 0 0,3 0 0 0 0,0 0 0 0 0,0 0-32 0 0,-2 1 32 0 0,-1-6 0 0 0,-2-1 0 0 0,0 1 32 0 0,-1 0-32 0 0,0 2-32 0 0,-1 1 32 0 0,1 1 0 0 0,-1 1 0 0 0,1 0 0 0 0,0 0 0 0 0,-1 0 0 0 0,1 0 0 0 0,0 0 0 0 0,0 1 0 0 0,0-1 0 0 0,-1 0 0 0 0,-8 4-14400 0 0,-7 2 14400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11640 11983 1727 0 0,'-4'-5'24288'0'0,"-6"4"-23488"0"0,-2 10-224 0 0,2 8-320 0 0,3 6-64 0 0,1 3-32 0 0,3 6-64 0 0,2 2-32 0 0,0-1 32 0 0,2 4 0 0 0,-1 3 0 0 0,1 0-32 0 0,-1 2 0 0 0,0 2 0 0 0,1 7 0 0 0,-1 4-64 0 0,4 5 32 0 0,2 2-32 0 0,0 3 0 0 0,-2-1 0 0 0,-1 3 0 0 0,-1-2 0 0 0,-1-4 0 0 0,0-2 0 0 0,-1-3 0 0 0,-1-3 32 0 0,6-1-32 0 0,0 0 32 0 0,1-1-32 0 0,-2 0 0 0 0,-1-4 0 0 0,-1-2 0 0 0,3 1 0 0 0,2-4 0 0 0,-2 1 0 0 0,0-3 0 0 0,-3 0 0 0 0,0-2 0 0 0,-1 1 0 0 0,-1-1 0 0 0,5-3 32 0 0,0 1-32 0 0,1-1 0 0 0,-2-2 0 0 0,-1-2 0 0 0,-1-2 0 0 0,-1-2 0 0 0,-1-1 0 0 0,0 0 0 0 0,0-1 0 0 0,0 1 0 0 0,-1-1 0 0 0,1 1 0 0 0,0-1 0 0 0,0 1 0 0 0,0 0 0 0 0,0-1 32 0 0,0 1-32 0 0,0 0 0 0 0,0 0 0 0 0,0 0 0 0 0,-4-1 0 0 0,-2 1 0 0 0,0 0 0 0 0,2 0 0 0 0,0 0 0 0 0,-2 0 0 0 0,-1-1 0 0 0,1 1 0 0 0,2 0 0 0 0,-4 0 0 0 0,1 0 0 0 0,0-1 0 0 0,3 1 32 0 0,5-4-256 0 0,8-7 256 0 0,6-5-32 0 0,5-4 32 0 0,3-8-32 0 0,3-4 32 0 0,1 0-32 0 0,5-4 0 0 0,1 0 0 0 0,-1 1 0 0 0,3-1 0 0 0,1 0 0 0 0,-3 2 0 0 0,3-2 32 0 0,-1 1-32 0 0,3 2 0 0 0,-1 2 0 0 0,-2 1 0 0 0,1-2 0 0 0,0 0 0 0 0,-3 0 0 0 0,-2 2 32 0 0,2 2-32 0 0,1-4 0 0 0,-2-1-32 0 0,-2 1 32 0 0,-2 2 0 0 0,4 1 0 0 0,0-3 0 0 0,0-1 0 0 0,-2 1 0 0 0,-1 2 0 0 0,-2 1 32 0 0,0 1-32 0 0,-1-3-32 0 0,0-1 32 0 0,3 1 0 0 0,3 0 0 0 0,-1 3 0 0 0,3-5 0 0 0,1 1 0 0 0,3 0 0 0 0,-1 1 0 0 0,-2-2 0 0 0,2 0-32 0 0,-2 0 0 0 0,-1 2 0 0 0,-3 2-32 0 0,-2 2 32 0 0,-1 0-32 0 0,-2 1 64 0 0,0 0 0 0 0,-1 0-32 0 0,0 1 0 0 0,1-1-32 0 0,-1 0 0 0 0,1 0 32 0 0,0 0 0 0 0,-1 0-32 0 0,1 0-32 0 0,0 0 96 0 0,-5-4 160 0 0,-5-6-192 0 0,-6-6 32 0 0,-5-4 0 0 0,-2-4 0 0 0,-3-1 0 0 0,0-2 0 0 0,-2-4 0 0 0,1-6 0 0 0,0-2 0 0 0,1-1 0 0 0,-1-5 32 0 0,-3-2 0 0 0,-2-6-32 0 0,-4-4 0 0 0,-1 0 0 0 0,-2-4 64 0 0,1-5-32 0 0,-2 1-32 0 0,1-3 0 0 0,-1-2 32 0 0,1 1-32 0 0,-1 0 0 0 0,2-1 0 0 0,3 1 0 0 0,2 0 0 0 0,-1 3 0 0 0,1 4 64 0 0,1 4 0 0 0,1 2-32 0 0,3 3 0 0 0,0 1 64 0 0,2 5-64 0 0,-5 2 0 0 0,0 0 0 0 0,0-2-32 0 0,-4 4 64 0 0,0 4-64 0 0,2 0 64 0 0,2 2 0 0 0,-3 3 0 0 0,0 3 0 0 0,1 3 0 0 0,3 1-32 0 0,1 1 0 0 0,1 0 0 0 0,1 1-32 0 0,1 0 32 0 0,1 0-32 0 0,-1-1 0 0 0,0 1 0 0 0,1-1 64 0 0,-1-4-32 0 0,0-2 32 0 0,0 1 0 0 0,0 0 160 0 0,0 2-128 0 0,0 2 96 0 0,-4 0 32 0 0,-2 0-128 0 0,0 2-64 0 0,2-1 32 0 0,-4 5-160 0 0,-4 10-3264 0 0,-5 11 0 0 0,-4 11-6688 0 0,2 2 10048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8943 15042 5823 0 0,'-5'-5'16864'0'0,"-1"-5"-16352"0"0,5-1 32 0 0,7-4 64 0 0,7 2 64 0 0,5-2-160 0 0,9-3-224 0 0,12-2-160 0 0,14-3 0 0 0,10-2 0 0 0,12 0 96 0 0,7-1-128 0 0,7 0-32 0 0,5-1-32 0 0,5 5 0 0 0,-1 2 32 0 0,0 0 0 0 0,0-2-32 0 0,3-1 64 0 0,-5 0-96 0 0,1 2 64 0 0,-4 2 0 0 0,-5 3-32 0 0,-3 0 64 0 0,-4 3-64 0 0,-2 0-32 0 0,-6 1 0 0 0,-6 3 0 0 0,-2 3 0 0 0,-7 3 0 0 0,-5 1 0 0 0,-3 2 32 0 0,-5 0-32 0 0,-6 1 0 0 0,-5-1 0 0 0,-5 1 0 0 0,-10-1-6880 0 0,-10 0 6880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11181 14235 19423 0 0,'13'22'5280'0'0,"9"11"-5088"0"0,5 5-64 0 0,2 0-96 0 0,1 3 64 0 0,-5 3-32 0 0,-6 2 160 0 0,-7 3 0 0 0,-14 1 96 0 0,-12 2 64 0 0,-11 0-128 0 0,-15 0 0 0 0,-14 0-32 0 0,-11 0 0 0 0,-7-4-160 0 0,-1-6-64 0 0,4-6 0 0 0,5-9-256 0 0,8-9-448 0 0,14-12-17120 0 0,15-7 17824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8520 12012 11135 0 0,'4'0'15264'0'0,"6"0"-15104"0"0,6 4-32 0 0,4 2-32 0 0,8 0-32 0 0,8-2 0 0 0,6 4-32 0 0,5 0 32 0 0,4-2-32 0 0,5-1 0 0 0,8 3-32 0 0,0 0 0 0 0,4-2 0 0 0,2 3 0 0 0,3 0 0 0 0,3-2 0 0 0,1-2 32 0 0,0-1-32 0 0,1-3 0 0 0,0 4 0 0 0,0 1 0 0 0,0 0 0 0 0,0-2 0 0 0,-1-1 0 0 0,-3-2 0 0 0,-3-4 0 0 0,-3-3 0 0 0,-6 0 0 0 0,-3 2 0 0 0,-8 0 0 0 0,-4 2 0 0 0,-6-4 0 0 0,-5 0 0 0 0,-4 0 0 0 0,1 2 0 0 0,-1 1 0 0 0,-1-3 0 0 0,-2-1 0 0 0,-1 1 0 0 0,-1 2 0 0 0,-1 1 0 0 0,0 1 0 0 0,0-3 0 0 0,-1-1 32 0 0,1 1-32 0 0,-1 0 0 0 0,1 3 0 0 0,0 0 0 0 0,-1 1 0 0 0,1 1 0 0 0,0 0 0 0 0,0 0 0 0 0,0 0 96 0 0,0 1-96 0 0,-1-1 32 0 0,1 0-32 0 0,0 0 32 0 0,0 0-32 0 0,0 0 0 0 0,-5 0 0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10951 11880 17151 0 0,'17'0'8736'0'0,"15"0"-8608"0"0,7 4-64 0 0,5 6-64 0 0,3 6 0 0 0,-1 4 0 0 0,-4 8 0 0 0,-5 4 0 0 0,-9 4 0 0 0,-9 6 32 0 0,-12 4 64 0 0,-12 3-64 0 0,-13 2 32 0 0,-14 1 96 0 0,-13 0 32 0 0,-8-3 0 0 0,-9-7-128 0 0,-2-6-64 0 0,6-4 0 0 0,3-8-128 0 0,7-8-224 0 0,11-6 352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11189 12912 18271 0 0,'8'17'7328'0'0,"9"11"-7200"0"0,4 0-32 0 0,8 0-96 0 0,4-1 0 0 0,4-4 32 0 0,1-2-32 0 0,2-5 0 0 0,0-5 0 0 0,-4 0-32 0 0,-3-1 32 0 0,-3 1 0 0 0,-6 3 0 0 0,-8 4 64 0 0,-6 4 32 0 0,-13 6 64 0 0,-12 3 288 0 0,-15 5 32 0 0,-12 0 32 0 0,-8 4-160 0 0,-3 3-96 0 0,-7-1-160 0 0,-1-3-96 0 0,5-4 0 0 0,3-4 0 0 0,6-2-288 0 0,8-3-2304 0 0,9-4 2592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13192 11986 8543 0 0,'-4'0'15008'0'0,"-6"0"-10624"0"0,-2 4-4256 0 0,2 6-64 0 0,-2 6 32 0 0,-3 4 64 0 0,-4 4 32 0 0,-3 6-32 0 0,-2 2 0 0 0,-1 5-32 0 0,-6 4-32 0 0,-1 5 0 0 0,-4-1-32 0 0,-1-5-64 0 0,2 1 0 0 0,2-8 0 0 0,3-4 32 0 0,11-12-5728 0 0,8-13 960 0 0,6-7 4736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12779 12012 14399 0 0,'5'4'13472'0'0,"5"7"-13184"0"0,6 4 32 0 0,4 6-64 0 0,4 2-128 0 0,5 7 32 0 0,4 2-32 0 0,-1 1-32 0 0,4-2-32 0 0,0-1 96 0 0,-2-1-32 0 0,-2-2-96 0 0,-3 0 32 0 0,-5-1-64 0 0,-3-5 0 0 0,-5-2-96 0 0,-1 1-2912 0 0,-3-3 3008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12726 11933 8255 0 0,'0'-5'14688'0'0,"0"4"-9984"0"0,0 5-4672 0 0,0 8 32 0 0,0 5-64 0 0,0 4 0 0 0,0 4 0 0 0,0 1 0 0 0,0 1 0 0 0,0 0 0 0 0,5 4 0 0 0,1 2 32 0 0,-1-1-32 0 0,0-2 0 0 0,-2 0 32 0 0,-1 2-32 0 0,-1 1 0 0 0,-1-2 0 0 0,0 0 0 0 0,0-3 0 0 0,0 0 0 0 0,0-1 0 0 0,0-1 0 0 0,-1-1 0 0 0,6-4-416 0 0,5-5 384 0 0,6-11 64 0 0,4-5-32 0 0,3-8 0 0 0,7-2 0 0 0,3-4 0 0 0,-1-4 0 0 0,4 1 0 0 0,0-1 0 0 0,-2 3 0 0 0,-2-1 0 0 0,-3 3 0 0 0,-1 3 0 0 0,-1 4 32 0 0,3 2-32 0 0,2 2 0 0 0,-1 2 96 0 0,-2-4-32 0 0,0-1-64 0 0,-1 0 0 0 0,-2 1 32 0 0,0 1 0 0 0,-4-3-96 0 0,-7 0 64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13989 12647 7807 0 0,'-4'0'14240'0'0,"-6"0"-11072"0"0,-6 0-2368 0 0,-4 0-544 0 0,-4 0-128 0 0,-1 0-128 0 0,3 4 32 0 0,1 2-32 0 0,4 4 0 0 0,0 1 0 0 0,4 2 96 0 0,-1-1-96 0 0,2 2 0 0 0,3 3 0 0 0,-1 3 0 0 0,1 3 32 0 0,2 1 0 0 0,-2 2-32 0 0,0 0 0 0 0,2 0 0 0 0,2 0 0 0 0,2 1 32 0 0,1-1 0 0 0,2 0-32 0 0,0 0 96 0 0,0 0-32 0 0,0 0 64 0 0,1-1-96 0 0,3-3-32 0 0,2-2 64 0 0,5 0-64 0 0,-1 1 0 0 0,3 2 0 0 0,-1 1 0 0 0,3-4 0 0 0,2 0 32 0 0,3-4-32 0 0,2-1 0 0 0,2-2 32 0 0,2 1 0 0 0,0-2 0 0 0,0-3-32 0 0,1-4 32 0 0,-1-1 0 0 0,0-3-32 0 0,0 0 0 0 0,0-2 0 0 0,0 1 32 0 0,0-1-32 0 0,0 1 0 0 0,0-1 0 0 0,-1 1 0 0 0,-3-4 0 0 0,-2-2 0 0 0,0 0 0 0 0,-3-3 32 0 0,0 0-32 0 0,-3-3 0 0 0,0 1 0 0 0,3-3 0 0 0,-2-2-32 0 0,1 0 32 0 0,-3 0 0 0 0,2-3 0 0 0,2-2 0 0 0,-2-2 0 0 0,-3-1 0 0 0,1 3 0 0 0,-3 0 0 0 0,-2 1 0 0 0,-2-2 0 0 0,-3-1 0 0 0,-2-1 0 0 0,-1-1 32 0 0,0-1 0 0 0,-1 1-32 0 0,1-1 0 0 0,-5-1 0 0 0,-6 1 0 0 0,0 0 0 0 0,-4 0 0 0 0,-3 1 0 0 0,2-1 0 0 0,-6 4 0 0 0,-3 2 0 0 0,-2 4 0 0 0,-1 1-32 0 0,-4 2 0 0 0,-1 4 32 0 0,0 3-32 0 0,-2 3-32 0 0,0 6 32 0 0,-3 3-64 0 0,-4 5-160 0 0,1 4-256 0 0,-1 5-192 0 0,2 2-160 0 0,-1 8-416 0 0,2 6-1280 0 0,3 2-3712 0 0,9-5 6272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13414 13199 7167 0 0,'-4'0'13984'0'0,"2"0"-11392"0"0,3-5-1952 0 0,4 0-64 0 0,7-5-64 0 0,5-1-64 0 0,8-2-96 0 0,5-4-32 0 0,6 2 64 0 0,1-2-96 0 0,3 2-32 0 0,-1 0-64 0 0,-2 2 0 0 0,-4 3-32 0 0,2 4-96 0 0,-1 2 0 0 0,-2 2-64 0 0,-6 6-22624 0 0,-7 2 22624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11847 10450 10207 0 0,'-4'0'10080'0'0,"-7"0"-9280"0"0,-4 0 1376 0 0,-6 0-1216 0 0,-2 5-608 0 0,-3 5-96 0 0,4 6 0 0 0,1 0-160 0 0,4 1-64 0 0,5 3 32 0 0,0-2 0 0 0,2 0-32 0 0,-1 1 32 0 0,1 2-32 0 0,2 2 0 0 0,-2 1-32 0 0,0 2 0 0 0,3-1 128 0 0,7 1-64 0 0,2 1-32 0 0,7-6 32 0 0,5 0-32 0 0,5-1 32 0 0,4-3-32 0 0,2-4-32 0 0,-4-1 0 0 0,0-2 0 0 0,1-2 32 0 0,0-3-32 0 0,2-3 0 0 0,0-1 32 0 0,1 0-32 0 0,0-2 32 0 0,1 1-32 0 0,0-5 0 0 0,0-1 32 0 0,0-5-32 0 0,0 1 0 0 0,0-4 0 0 0,0 2 0 0 0,0 2 32 0 0,0-1-32 0 0,0 1-32 0 0,-5-2 32 0 0,-1 1 32 0 0,-4-2 0 0 0,-5-4-32 0 0,0 2 0 0 0,-2-1 32 0 0,-2-3-32 0 0,-2-2 0 0 0,-3-1 32 0 0,-1-3-32 0 0,0 0 0 0 0,-6-1 32 0 0,-1 0 0 0 0,-5 4-32 0 0,0 1 0 0 0,-2 5 0 0 0,-4 0 0 0 0,-3 4 0 0 0,-3-2-32 0 0,-1 2 32 0 0,-2 4-32 0 0,0 2 64 0 0,-1 3 32 0 0,1 1-32 0 0,-1 2 64 0 0,1 0-64 0 0,0 1-32 0 0,0-1 32 0 0,0 1-32 0 0,0-1-32 0 0,1 5 32 0 0,-1 5 0 0 0,0 2 0 0 0,0 2-32 0 0,0 8-256 0 0,5 5-192 0 0,1 2-864 0 0,4 0 416 0 0,5 0-1120 0 0,4 0-2528 0 0,4-2-2976 0 0,1-4 7552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11637 10469 9471 0 0,'-4'0'15552'0'0,"-2"-5"-15424"0"0,1-5 224 0 0,-4-1-320 0 0,0-4 0 0 0,1-3 0 0 0,-2 2-32 0 0,1-2 32 0 0,1-1 32 0 0,-1-7-32 0 0,-1-3 0 0 0,-1-1 0 0 0,0 0-32 0 0,-2 1 0 0 0,1 1 0 0 0,-2 1 96 0 0,1 9-160 0 0,8 12 64 0 0,5 12 0 0 0,1 9 0 0 0,6 6 0 0 0,6 4 0 0 0,1 3 0 0 0,2 9 0 0 0,3 2 0 0 0,-2 0-32 0 0,1-7 32 0 0,-3-5 0 0 0,0-6 0 0 0,-2-12 288 0 0,-3-12-288 0 0,-8-9 32 0 0,-5-12-32 0 0,-5-6 0 0 0,-2-2 0 0 0,-3-1 0 0 0,-5 2 0 0 0,2 1 0 0 0,-2 2 0 0 0,-1 5 32 0 0,2 2-32 0 0,4 1 0 0 0,0 3 0 0 0,6 5-1184 0 0,5 9 0 0 0,2 9-1248 0 0,2 3 2432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8417 7408 6815 0 0,'-5'13'16736'0'0,"0"9"-15840"0"0,-1 5-96 0 0,-3 3-256 0 0,0-1 96 0 0,2 1-96 0 0,1-2-288 0 0,-2-4-32 0 0,0-3-32 0 0,-3 0 0 0 0,1 0 32 0 0,-3 2-96 0 0,1 5 0 0 0,-2 2-32 0 0,-3 6 32 0 0,-7 4-32 0 0,-8 5 32 0 0,-8 8 32 0 0,-10 7 0 0 0,-6 8 64 0 0,-6 5 32 0 0,-5 3 64 0 0,-1 2-128 0 0,-2 1-96 0 0,3-5 32 0 0,3-1 0 0 0,9-8-128 0 0,9-8-32 0 0,12-8 32 0 0,8-8-32 0 0,8-7-32 0 0,7-5 0 0 0,6-3 0 0 0,3-1-32 0 0,3-1-544 0 0,0 1 128 0 0,1-1-768 0 0,-1 1 512 0 0,0 0-2624 0 0,0-4 3392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7303 7964 19551 0 0,'0'-5'7712'0'0,"4"-1"-6496"0"0,11 5-1056 0 0,11 3 64 0 0,10 4 32 0 0,7 7 32 0 0,11 5-32 0 0,12 4-96 0 0,9 7-32 0 0,5 3-96 0 0,6 0 32 0 0,2-1-64 0 0,-1 4 0 0 0,-3-1 0 0 0,-5-1 32 0 0,-5-1-32 0 0,-5-3 0 0 0,-10-2-64 0 0,-6-4-256 0 0,-9-3-288 0 0,-6 0-448 0 0,-10 1-416 0 0,-5 1-5344 0 0,-7-3 6816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8086 11058 3391 0 0,'0'-4'12384'0'0,"0"-6"-7552"0"0,0-6-3392 0 0,-4 0-1088 0 0,-2-2-192 0 0,-4-2 32 0 0,-1-2-128 0 0,-2-1 0 0 0,1-2-64 0 0,-2-1 32 0 0,1 0-32 0 0,-1 4 32 0 0,1 2 0 0 0,-1-1 128 0 0,-2 4-96 0 0,0 0-32 0 0,0-1 32 0 0,2-3 32 0 0,-1-1-96 0 0,2-2 32 0 0,-1-1 32 0 0,2 0 0 0 0,-1 3-64 0 0,1 2 64 0 0,2-1-32 0 0,0 4 96 0 0,0 0-32 0 0,3-2-64 0 0,-2-1 0 0 0,0-2 0 0 0,2-2-32 0 0,2-1 0 0 0,2-1 0 0 0,1 0 0 0 0,2 0 0 0 0,-5 0 64 0 0,0 0-64 0 0,-1 0 64 0 0,2 0-32 0 0,-3 4 32 0 0,-1 2-64 0 0,2 0 32 0 0,1-1-32 0 0,-2 2 0 0 0,-1 1-32 0 0,2-1 32 0 0,1-2 32 0 0,2-1-32 0 0,1-2-32 0 0,6 3-32 0 0,6 6 0 0 0,2 0 64 0 0,2 3 0 0 0,5 4-64 0 0,2 3 32 0 0,2 2 32 0 0,2 2-32 0 0,1 1 0 0 0,-4 5 32 0 0,-1 2 0 0 0,-4 3 0 0 0,-2 1 0 0 0,3-2-32 0 0,-3 2 32 0 0,1 4 0 0 0,-3 3 0 0 0,2 4 32 0 0,-3 1 0 0 0,2 2-32 0 0,-2 1 0 0 0,1 1 0 0 0,-1-1 0 0 0,-2 1 0 0 0,0-5 0 0 0,0-2 0 0 0,-3 1 0 0 0,2 0 32 0 0,0 2-32 0 0,-2 0 0 0 0,3 2 0 0 0,-1 1 32 0 0,2-5 0 0 0,0-1-32 0 0,2-4 0 0 0,-1 0 0 0 0,2-3 0 0 0,-2 0 0 0 0,-2 3 0 0 0,1-1 0 0 0,-2 1 0 0 0,3-3 0 0 0,-1 2 0 0 0,2 2 32 0 0,-1 3 0 0 0,2 2-32 0 0,-2 2 32 0 0,2 1-32 0 0,-2 1 0 0 0,-3-8 96 0 0,-2-13-160 0 0,-4-10 32 0 0,-1-9-32 0 0,-6-7 64 0 0,-2-4 0 0 0,0-2-32 0 0,-3 3-32 0 0,-1 2 0 0 0,2 0 64 0 0,-2-1 0 0 0,0 0 0 0 0,3-2 0 0 0,-3 5 0 0 0,1 0 0 0 0,2 0 0 0 0,1-2-64 0 0,3 0 0 0 0,6 2-160 0 0,7 5 160 0 0,5 6 64 0 0,2 8 64 0 0,1 4-32 0 0,2 6-32 0 0,2 6 0 0 0,-2 5 0 0 0,-1-1 32 0 0,1 1 0 0 0,2 1-32 0 0,-3 1 64 0 0,-1-3-64 0 0,-3 0 64 0 0,0-3-64 0 0,-2 0 64 0 0,1 1 32 0 0,-2 2-32 0 0,-3 3 32 0 0,1-2-32 0 0,-1-1-64 0 0,-1-8 64 0 0,-3-10-128 0 0,-7-5-32 0 0,-2-7 0 0 0,-6-5 64 0 0,0-4-32 0 0,1-4 32 0 0,-3 2 32 0 0,2 1-96 0 0,2 0 0 0 0,2-2 32 0 0,-2 0-64 0 0,0-2 64 0 0,2 0 64 0 0,2 0-64 0 0,1-1 64 0 0,6 4-32 0 0,6 6-192 0 0,3 10 224 0 0,2 11 32 0 0,0 8 32 0 0,2 3-32 0 0,-3 2 96 0 0,-2 3-32 0 0,0-2-32 0 0,-1 0 32 0 0,-2 1 0 0 0,1 1 0 0 0,0 3-64 0 0,-2 0-32 0 0,2-3 128 0 0,0-1-96 0 0,-2-9 160 0 0,-2-9-320 0 0,-2-11 64 0 0,-1-8-32 0 0,-1-5 64 0 0,-1-3-64 0 0,-1-2 96 0 0,-3-1-64 0 0,-3 0-64 0 0,1 1-32 0 0,2 0 96 0 0,0 0 64 0 0,7 5-128 0 0,6 7 96 0 0,2 9 128 0 0,3 6-32 0 0,4 4 64 0 0,-1 4-64 0 0,1 2 64 0 0,2-1 32 0 0,-3 2 96 0 0,0-1 128 0 0,-2 3-96 0 0,-5 3-32 0 0,2-1-192 0 0,-3 1 32 0 0,3 3 96 0 0,-1 2-128 0 0,-3 2 0 0 0,2 1-32 0 0,-1 2 0 0 0,-1 0 96 0 0,1-5-96 0 0,0 0 0 0 0,-2-1 0 0 0,3-2-32 0 0,-1-1 0 0 0,-2 1 32 0 0,2 2-32 0 0,0 3 0 0 0,3-4 0 0 0,-1 0 0 0 0,2 1 0 0 0,-1 2 0 0 0,-2 1 32 0 0,0 1-32 0 0,5 1 0 0 0,-2 1 0 0 0,-2 0 0 0 0,1-5 0 0 0,-2 0 0 0 0,-2-1 0 0 0,-2 2 0 0 0,-3 0 32 0 0,3-2-32 0 0,0-1 0 0 0,0 1 32 0 0,-2 1-32 0 0,-2 2 0 0 0,0 1 0 0 0,-6 1 0 0 0,-2 0 32 0 0,-4 1-32 0 0,0 0 32 0 0,-4-4-32 0 0,2-2 32 0 0,-3-4-32 0 0,3 0 0 0 0,-3 1 32 0 0,3 3-32 0 0,-2-3 0 0 0,-3 0 0 0 0,-2-2 64 0 0,1 0-32 0 0,0-2-32 0 0,-2-3 0 0 0,-2 0 0 0 0,-1 0 32 0 0,-1-3 0 0 0,3 2 0 0 0,1 0 0 0 0,0-2 32 0 0,-2-2-32 0 0,-1-2 0 0 0,-1-2 0 0 0,-1 0 32 0 0,-1-1-32 0 0,1-1 0 0 0,-1 1 32 0 0,4-5-64 0 0,2-1 0 0 0,-1 0 0 0 0,4-3 32 0 0,0 0-32 0 0,-1 2 0 0 0,-2-3 0 0 0,-3 0 0 0 0,0 3 0 0 0,-2 1 0 0 0,-1 3 0 0 0,0-3 32 0 0,0-1 0 0 0,0 2 0 0 0,4-4 32 0 0,2 1-64 0 0,-1-4 32 0 0,0-3-32 0 0,-2 0 32 0 0,4-1-32 0 0,0-3 0 0 0,-1-2 0 0 0,-1-2 0 0 0,2-2 0 0 0,6 0 0 0 0,-1 3 0 0 0,3 2 0 0 0,3-1 32 0 0,-2 4-32 0 0,2 0 0 0 0,1-2 0 0 0,2-1 32 0 0,2-3-32 0 0,2 0 0 0 0,1-2 0 0 0,0-1-2656 0 0,0 4 2656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6720 9842 18943 0 0,'5'-5'6592'0'0,"5"0"-7776"0"0,6-5-2080 0 0,0-1 3264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7038 9657 10495 0 0,'13'-9'-10080'0'0,"5"-3"10080"0"0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7250 9525 12511 0 0,'8'-5'1408'0'0,"4"0"-1408"0"0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7435 9445 10335 0 0,'13'-5'7840'0'0,"4"-5"-9600"0"0,5-1-3712 0 0,-3 1 5472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7673 9339 10015 0 0,'4'-4'11008'0'0,"7"-2"-11648"0"0,4 0-1248 0 0,6 2-2336 0 0,2-4-3552 0 0,-2 0 7776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8017 9234 5503 0 0,'0'0'0'0'0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8255 9100 14495 0 0,'9'-8'7040'0'0,"7"-4"-7584"0"0,5 1-1088 0 0,4 2-9984 0 0,-3 3 11616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8520 8994 11935 0 0,'8'-8'11040'0'0,"8"-4"-11456"0"0,6 1-832 0 0,3 2-1632 0 0,1-2-4800 0 0,-3 1 7680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7064 10847 14911 0 0,'0'-5'13056'0'0,"5"0"-14016"0"0,9-1-2464 0 0,4-3-1984 0 0,2 0-8640 0 0,-2 2 14048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7329 10687 9151 0 0,'4'-8'14272'0'0,"7"-4"-14464"0"0,4-4-1984 0 0,6 2-1344 0 0,2 2-13440 0 0,-2 3 16960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7567 10530 9535 0 0,'0'0'0'0'0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7699 10478 12031 0 0,'0'0'0'0'0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8440 10106 16543 0 0,'0'-4'6304'0'0,"5"-6"-8512"0"0,5-2-4000 0 0,1 2 6208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8520 10027 15615 0 0,'4'-9'6784'0'0,"6"-3"-7712"0"0,6 1-3744 0 0,4 2-7616 0 0,-1 3 12288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8678 9948 7167 0 0,'13'-14'6208'0'0,"5"-3"-6208"0"0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8916 9789 11103 0 0,'9'-4'-3680'0'0,"7"-2"-896"0"0,1 0 4576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9208 9683 8223 0 0,'17'-4'6304'0'0,"11"-2"-18016"0"0,0 1 11712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9578 9631 3071 0 0,'0'0'0'0'0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21193 18652 20479 0 0,'5'-5'5536'0'0,"5"0"-5600"0"0,6-1-128 0 0,4-3-192 0 0,8 0-224 0 0,3 2-384 0 0,1 1-544 0 0,-1 2-800 0 0,0 2-1792 0 0,-7 2 4128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21511 18680 16831 0 0,'13'0'6784'0'0,"9"0"-7008"0"0,5 0-352 0 0,-3 4-864 0 0,5 2-1728 0 0,1-1-11744 0 0,-5 0 14912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22093 18759 15007 0 0,'22'0'2432'0'0,"7"0"-2432"0"0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22384 18733 799 0 0,'0'0'0'0'0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22622 18679 19423 0 0,'22'-4'576'0'0,"16"-2"-3072"0"0,10 0-288 0 0,2 2 192 0 0,-4 0 1344 0 0,-1 2 992 0 0,-3 1 256 0 0,-5 1 480 0 0,-4 0 1440 0 0,-3 0-1600 0 0,-3 5-320 0 0,-5 1 0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21273 19076 17343 0 0,'0'5'8448'0'0,"4"5"-10016"0"0,6 1-1728 0 0,6 0-7520 0 0,0-4 10816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21564 19209 7327 0 0,'0'0'0'0'0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21908 19182 14463 0 0,'8'0'7936'0'0,"8"0"-12736"0"0,1 0 4800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22146 19182 14431 0 0,'0'0'0'0'0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22384 19208 11327 0 0,'22'-4'8864'0'0,"16"-2"-14976"0"0,1 1 6112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22781 19182 18495 0 0,'0'0'0'0'0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23072 19209 14495 0 0,'0'0'0'0'0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23336 19182 19103 0 0,'22'0'-32'0'0,"12"-4"-12800"0"0,-1-2 12832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22698 16376 15135 0 0,'0'-4'7552'0'0,"0"-6"-7040"0"0,0-6 864 0 0,0-4-576 0 0,0-4-576 0 0,0-1 128 0 0,0-2-224 0 0,0 0 0 0 0,0-4 32 0 0,-4-2-96 0 0,-2 1 64 0 0,0-3-64 0 0,2 0 0 0 0,-4-3 0 0 0,1 1 32 0 0,0-2 0 0 0,2 1 32 0 0,-3 2-64 0 0,1-1 0 0 0,0 2 32 0 0,3 1-32 0 0,1 3 0 0 0,1-2 0 0 0,-3 0 0 0 0,-1 1 0 0 0,1-2-32 0 0,1-1 32 0 0,1 2 0 0 0,1 2-32 0 0,1-2-32 0 0,1-1 32 0 0,-4 2-32 0 0,-2 2 32 0 0,1 1-32 0 0,5 6 0 0 0,3 2 0 0 0,5 6-64 0 0,5 4 0 0 0,6 4 64 0 0,3 4 0 0 0,3 6 0 0 0,1 3-32 0 0,1 5 32 0 0,-5 5 0 0 0,-1 4 0 0 0,0 3 0 0 0,1 2 0 0 0,1 1 0 0 0,-3 1 0 0 0,-1-1 0 0 0,1 1 32 0 0,-4 0-32 0 0,1-1 0 0 0,2-5 0 0 0,1 0 0 0 0,-2-1 0 0 0,0 1 0 0 0,-3 2 0 0 0,-4 1 0 0 0,1 0 0 0 0,-2 2 32 0 0,-3-1 0 0 0,-2 1 0 0 0,-3 0 96 0 0,0 1-96 0 0,-2-1 0 0 0,4-1-32 0 0,1 1 32 0 0,0 0 0 0 0,0 0-32 0 0,-3 0 32 0 0,5-5 32 0 0,-1-1 0 0 0,0 1 96 0 0,-1 0 0 0 0,-2 1-96 0 0,-1 2-32 0 0,-2-3-32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23167 16028 7935 0 0,'-5'-4'15456'0'0,"0"-6"-15456"0"0,-1-6 96 0 0,1-4 32 0 0,2-4 288 0 0,6 3-416 0 0,1 1 32 0 0,6 3-64 0 0,5 4-32 0 0,4 6 64 0 0,3 2 0 0 0,3 4-32 0 0,1 0 32 0 0,1 2 0 0 0,0 0 0 0 0,-1 0 0 0 0,-3 4 160 0 0,-7 6 384 0 0,-6 5 64 0 0,-4 4-288 0 0,-4 4 96 0 0,-2 1-160 0 0,0 2 128 0 0,-1 0-288 0 0,-1 0-32 0 0,6-9-896 0 0,1-12 704 0 0,4-12 0 0 0,1-8 0 0 0,-1-7 32 0 0,2-4 0 0 0,-1-3 0 0 0,-2 0-64 0 0,-2 0 160 0 0,2 1-32 0 0,-1-1 32 0 0,4 6-96 0 0,3 6 0 0 0,5 6 96 0 0,-2 8 0 0 0,2 6 64 0 0,-4 6 32 0 0,-3 5 256 0 0,0 1-224 0 0,-2 2 0 0 0,-2 2 96 0 0,-4 2-96 0 0,-1 1 0 0 0,-1 2-64 0 0,-2-8-128 0 0,0-11-64 0 0,-1-11 64 0 0,5-5 0 0 0,1-5 0 0 0,0-4 32 0 0,0-4-32 0 0,-2-2 32 0 0,3 4-32 0 0,1 0 32 0 0,3 4-256 0 0,5 5 128 0 0,4 4 160 0 0,3 4-32 0 0,2 3 64 0 0,2 5 0 0 0,-4 7 288 0 0,-1 1-128 0 0,-5 4 64 0 0,-4 2 288 0 0,-4 4-352 0 0,-5 2 192 0 0,-1 1-256 0 0,-2 1-32 0 0,4 0-32 0 0,0 0 32 0 0,1 1 0 0 0,-1-1-32 0 0,-1 0-64 0 0,3 0 128 0 0,0 0-32 0 0,0 0-64 0 0,-1 0 32 0 0,-2 0 0 0 0,-1-1-32 0 0,-2 1 0 0 0,1 0-32 0 0,-1 0 32 0 0,-1 0-32 0 0,1-1 64 0 0,0 1-64 0 0,0 0 32 0 0,-1 0-32 0 0,-3 0 0 0 0,-2-1 0 0 0,0 1 0 0 0,-2 0 32 0 0,-1 0-32 0 0,1 0 0 0 0,-2-5 0 0 0,1-1 32 0 0,1 0-32 0 0,-2 2 0 0 0,-3 0 32 0 0,-5 2-32 0 0,-3 1 0 0 0,-2 0 0 0 0,-2 1 32 0 0,-1-4-32 0 0,-1-2 0 0 0,1-4 0 0 0,3 0 0 0 0,3-3 0 0 0,-1 0 32 0 0,0-1-32 0 0,-2 1 0 0 0,-1-2 0 0 0,-1-2 0 0 0,4 2 32 0 0,1-2 0 0 0,0-2-32 0 0,-1-2 32 0 0,2 3-32 0 0,1-1 0 0 0,-1-1 0 0 0,2 3 0 0 0,0 0 32 0 0,-1-2 0 0 0,-3-2 0 0 0,-1-2 32 0 0,-2-1-32 0 0,-1-1 0 0 0,-1-1-32 0 0,0-1 0 0 0,0-3 64 0 0,-1-7-32 0 0,6-5-32 0 0,0 0 0 0 0,5-2 32 0 0,1-2-32 0 0,2-2 0 0 0,0-2 0 0 0,1-1 0 0 0,-1 4 0 0 0,1 1 32 0 0,-1-1-32 0 0,1-1 0 0 0,-1-1 0 0 0,1-1 0 0 0,2-1-32 0 0,0 4 32 0 0,0 1 32 0 0,3 0-32 0 0,-3 3 0 0 0,1 0 0 0 0,-2 3 0 0 0,0-1 0 0 0,-2-2 0 0 0,1-2 32 0 0,-1 2-32 0 0,0-1 0 0 0,-1 3 128 0 0,2-1-96 0 0,3-1 96 0 0,2-3-96 0 0,3-2 0 0 0,3-2 32 0 0,0-1-32 0 0,1-1 32 0 0,-4 5-64 0 0,-1 0 32 0 0,0 5-32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5-25T16:13:53.21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8086 11058 3391 0 0,'0'-4'12384'0'0,"0"-6"-7552"0"0,0-6-3392 0 0,-4 0-1088 0 0,-2-2-192 0 0,-4-2 32 0 0,-1-2-128 0 0,-2-1 0 0 0,1-2-64 0 0,-2-1 32 0 0,1 0-32 0 0,-1 4 32 0 0,1 2 0 0 0,-1-1 128 0 0,-2 4-96 0 0,0 0-32 0 0,0-1 32 0 0,2-3 32 0 0,-1-1-96 0 0,2-2 32 0 0,-1-1 32 0 0,2 0 0 0 0,-1 3-64 0 0,1 2 64 0 0,2-1-32 0 0,0 4 96 0 0,0 0-32 0 0,3-2-64 0 0,-2-1 0 0 0,0-2 0 0 0,2-2-32 0 0,2-1 0 0 0,2-1 0 0 0,1 0 0 0 0,2 0 0 0 0,-5 0 64 0 0,0 0-64 0 0,-1 0 64 0 0,2 0-32 0 0,-3 4 32 0 0,-1 2-64 0 0,2 0 32 0 0,1-1-32 0 0,-2 2 0 0 0,-1 1-32 0 0,2-1 32 0 0,1-2 32 0 0,2-1-32 0 0,1-2-32 0 0,6 3-32 0 0,6 6 0 0 0,2 0 64 0 0,2 3 0 0 0,5 4-64 0 0,2 3 32 0 0,2 2 32 0 0,2 2-32 0 0,1 1 0 0 0,-4 5 32 0 0,-1 2 0 0 0,-4 3 0 0 0,-2 1 0 0 0,3-2-32 0 0,-3 2 32 0 0,1 4 0 0 0,-3 3 0 0 0,2 4 32 0 0,-3 1 0 0 0,2 2-32 0 0,-2 1 0 0 0,1 1 0 0 0,-1-1 0 0 0,-2 1 0 0 0,0-5 0 0 0,0-2 0 0 0,-3 1 0 0 0,2 0 32 0 0,0 2-32 0 0,-2 0 0 0 0,3 2 0 0 0,-1 1 32 0 0,2-5 0 0 0,0-1-32 0 0,2-4 0 0 0,-1 0 0 0 0,2-3 0 0 0,-2 0 0 0 0,-2 3 0 0 0,1-1 0 0 0,-2 1 0 0 0,3-3 0 0 0,-1 2 0 0 0,2 2 32 0 0,-1 3 0 0 0,2 2-32 0 0,-2 2 32 0 0,2 1-32 0 0,-2 1 0 0 0,-3-8 96 0 0,-2-13-160 0 0,-4-10 32 0 0,-1-9-32 0 0,-6-7 64 0 0,-2-4 0 0 0,0-2-32 0 0,-3 3-32 0 0,-1 2 0 0 0,2 0 64 0 0,-2-1 0 0 0,0 0 0 0 0,3-2 0 0 0,-3 5 0 0 0,1 0 0 0 0,2 0 0 0 0,1-2-64 0 0,3 0 0 0 0,6 2-160 0 0,7 5 160 0 0,5 6 64 0 0,2 8 64 0 0,1 4-32 0 0,2 6-32 0 0,2 6 0 0 0,-2 5 0 0 0,-1-1 32 0 0,1 1 0 0 0,2 1-32 0 0,-3 1 64 0 0,-1-3-64 0 0,-3 0 64 0 0,0-3-64 0 0,-2 0 64 0 0,1 1 32 0 0,-2 2-32 0 0,-3 3 32 0 0,1-2-32 0 0,-1-1-64 0 0,-1-8 64 0 0,-3-10-128 0 0,-7-5-32 0 0,-2-7 0 0 0,-6-5 64 0 0,0-4-32 0 0,1-4 32 0 0,-3 2 32 0 0,2 1-96 0 0,2 0 0 0 0,2-2 32 0 0,-2 0-64 0 0,0-2 64 0 0,2 0 64 0 0,2 0-64 0 0,1-1 64 0 0,6 4-32 0 0,6 6-192 0 0,3 10 224 0 0,2 11 32 0 0,0 8 32 0 0,2 3-32 0 0,-3 2 96 0 0,-2 3-32 0 0,0-2-32 0 0,-1 0 32 0 0,-2 1 0 0 0,1 1 0 0 0,0 3-64 0 0,-2 0-32 0 0,2-3 128 0 0,0-1-96 0 0,-2-9 160 0 0,-2-9-320 0 0,-2-11 64 0 0,-1-8-32 0 0,-1-5 64 0 0,-1-3-64 0 0,-1-2 96 0 0,-3-1-64 0 0,-3 0-64 0 0,1 1-32 0 0,2 0 96 0 0,0 0 64 0 0,7 5-128 0 0,6 7 96 0 0,2 9 128 0 0,3 6-32 0 0,4 4 64 0 0,-1 4-64 0 0,1 2 64 0 0,2-1 32 0 0,-3 2 96 0 0,0-1 128 0 0,-2 3-96 0 0,-5 3-32 0 0,2-1-192 0 0,-3 1 32 0 0,3 3 96 0 0,-1 2-128 0 0,-3 2 0 0 0,2 1-32 0 0,-1 2 0 0 0,-1 0 96 0 0,1-5-96 0 0,0 0 0 0 0,-2-1 0 0 0,3-2-32 0 0,-1-1 0 0 0,-2 1 32 0 0,2 2-32 0 0,0 3 0 0 0,3-4 0 0 0,-1 0 0 0 0,2 1 0 0 0,-1 2 0 0 0,-2 1 32 0 0,0 1-32 0 0,5 1 0 0 0,-2 1 0 0 0,-2 0 0 0 0,1-5 0 0 0,-2 0 0 0 0,-2-1 0 0 0,-2 2 0 0 0,-3 0 32 0 0,3-2-32 0 0,0-1 0 0 0,0 1 32 0 0,-2 1-32 0 0,-2 2 0 0 0,0 1 0 0 0,-6 1 0 0 0,-2 0 32 0 0,-4 1-32 0 0,0 0 32 0 0,-4-4-32 0 0,2-2 32 0 0,-3-4-32 0 0,3 0 0 0 0,-3 1 32 0 0,3 3-32 0 0,-2-3 0 0 0,-3 0 0 0 0,-2-2 64 0 0,1 0-32 0 0,0-2-32 0 0,-2-3 0 0 0,-2 0 0 0 0,-1 0 32 0 0,-1-3 0 0 0,3 2 0 0 0,1 0 0 0 0,0-2 32 0 0,-2-2-32 0 0,-1-2 0 0 0,-1-2 0 0 0,-1 0 32 0 0,-1-1-32 0 0,1-1 0 0 0,-1 1 32 0 0,4-5-64 0 0,2-1 0 0 0,-1 0 0 0 0,4-3 32 0 0,0 0-32 0 0,-1 2 0 0 0,-2-3 0 0 0,-3 0 0 0 0,0 3 0 0 0,-2 1 0 0 0,-1 3 0 0 0,0-3 32 0 0,0-1 0 0 0,0 2 0 0 0,4-4 32 0 0,2 1-64 0 0,-1-4 32 0 0,0-3-32 0 0,-2 0 32 0 0,4-1-32 0 0,0-3 0 0 0,-1-2 0 0 0,-1-2 0 0 0,2-2 0 0 0,6 0 0 0 0,-1 3 0 0 0,3 2 0 0 0,3-1 32 0 0,-2 4-32 0 0,2 0 0 0 0,1-2 0 0 0,2-1 32 0 0,2-3-32 0 0,2 0 0 0 0,1-2 0 0 0,0-1-2656 0 0,0 4 2656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31994 6480 7551 0 0,'0'-4'17696'0'0,"-4"0"-13600"0"0,-4 3-4064 0 0,-5 2 0 0 0,-8 4-32 0 0,-4 6 0 0 0,-4 0 0 0 0,-2 3 0 0 0,-3 2 0 0 0,2 2 0 0 0,-3 1 0 0 0,3-1 0 0 0,-2-2 0 0 0,1 2 32 0 0,0 0-32 0 0,-3-2 32 0 0,2-1-32 0 0,3 1 0 0 0,-1 2 0 0 0,1-3 32 0 0,3 1-32 0 0,2 0 0 0 0,1 2 0 0 0,3-3 0 0 0,3 0 32 0 0,3-2-32 0 0,-1 0 0 0 0,0-2 0 0 0,2 0 32 0 0,0-1 64 0 0,3 1-64 0 0,0-1-32 0 0,-2 1 32 0 0,-3 3 64 0 0,-1 2-32 0 0,2 3 32 0 0,0-3-64 0 0,3 0 0 0 0,-1 1 0 0 0,0-2 0 0 0,1 0 32 0 0,3 0-64 0 0,0-1 0 0 0,1 0 0 0 0,-1-2 0 0 0,1 0 0 0 0,-2 2 0 0 0,-3 2-96 0 0,-2-1-192 0 0,-2 0-288 0 0,1-6-5280 0 0,5-8-3584 0 0,3-5 9440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31168 6429 19455 0 0,'11'8'6880'0'0,"7"1"-6464"0"0,5 4-32 0 0,-2 4 0 0 0,-1 1-32 0 0,0 2-64 0 0,0 2 32 0 0,0 0-32 0 0,1 0 32 0 0,0 0-96 0 0,5 4-32 0 0,0 1 0 0 0,0-1-32 0 0,0 4 0 0 0,-2-1 32 0 0,-1-1 32 0 0,0-2 0 0 0,-1-2 0 0 0,0 0-96 0 0,-1-2-64 0 0,0 0 0 0 0,1-1-32 0 0,-1-3 32 0 0,1-2 32 0 0,-1 1-32 0 0,1-3 0 0 0,-1-4-32 0 0,1 0 32 0 0,0-1-64 0 0,-1-3 0 0 0,1-2-64 0 0,-8-2-11968 0 0,-6-1 12032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19959 13267 16255 0 0,'0'3'10688'0'0,"0"6"-10304"0"0,3 4-96 0 0,2 4-32 0 0,3 6 32 0 0,1 4-32 0 0,-2-1 0 0 0,2 4-32 0 0,0 4 0 0 0,-2 0-64 0 0,-3 1-64 0 0,-1-2-32 0 0,2-2-32 0 0,1-3-32 0 0,-2-3 32 0 0,0-9-704 0 0,-6-14 448 0 0,-5-12 32 0 0,-6-11-96 0 0,-3-10-64 0 0,-4-10 64 0 0,-2-6 160 0 0,0-1 64 0 0,-1-2 32 0 0,4 2 32 0 0,5 5 32 0 0,2 6-32 0 0,2 6 32 0 0,3 4-32 0 0,3 3 32 0 0,2 3 0 0 0,5 0 0 0 0,1 0 0 0 0,5 1-32 0 0,4-1 64 0 0,7 0-32 0 0,4 4 32 0 0,2 0 64 0 0,3 4-64 0 0,5 0 0 0 0,3 3 0 0 0,3 2 0 0 0,-2-1-64 0 0,1 2 32 0 0,-4 1-32 0 0,1 2 0 0 0,-3 2 0 0 0,-3 1-32 0 0,-7 4 0 0 0,-7 6 0 0 0,-7 4 32 0 0,-4 5 32 0 0,-7 2-32 0 0,-7 1 0 0 0,-5 5 0 0 0,-5 2 0 0 0,-2-1-128 0 0,-1-1 64 0 0,-1-5 0 0 0,0-2 64 0 0,1-4-32 0 0,6-6-448 0 0,11-3 480 0 0,10-3 0 0 0,7 1 0 0 0,6 1 0 0 0,6-1 0 0 0,4 2 0 0 0,0 1 32 0 0,3 2-32 0 0,4 4 32 0 0,-1-1-32 0 0,1 2 32 0 0,-1 2 0 0 0,-4 1 0 0 0,-2 3 0 0 0,-3 0 0 0 0,-5 2 32 0 0,-6-1 0 0 0,-6 1 32 0 0,-4 4 32 0 0,-6 1 32 0 0,-7 3 0 0 0,-9 1 0 0 0,-9-2 32 0 0,-7-2 0 0 0,-9-2 32 0 0,-4-2 96 0 0,-9 0-64 0 0,-6-1-64 0 0,-7-5-32 0 0,-7-4 32 0 0,-5-5 32 0 0,-3-4 0 0 0,-2-2-32 0 0,-2-2-160 0 0,1-8-32 0 0,3-6-128 0 0,5-5-96 0 0,5-6-128 0 0,4-7-256 0 0,6 0-192 0 0,11 0-96 0 0,7 2-448 0 0,4 0-6432 0 0,9 4 7776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21369 13069 15263 0 0,'-4'-3'9952'0'0,"0"1"-8864"0"0,-1 6-928 0 0,1 6 128 0 0,1 8-160 0 0,2 8 96 0 0,0 8-64 0 0,1 5 0 0 0,0 7-96 0 0,0 2 32 0 0,0 2-32 0 0,0-1-32 0 0,0-2 32 0 0,0-5-64 0 0,0-6 32 0 0,0-5-32 0 0,0-4 0 0 0,0-4-224 0 0,0-1-960 0 0,-3-9-3936 0 0,-2-13 2144 0 0,0-11-544 0 0,1-11-1728 0 0,2-1 5248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21245 13066 8607 0 0,'-4'-7'14912'0'0,"3"1"-13440"0"0,5 1-992 0 0,2 6-256 0 0,3 10-64 0 0,4 6-96 0 0,0 9-32 0 0,2 2 0 0 0,1 1-32 0 0,2-1 0 0 0,2-5 32 0 0,0-4-32 0 0,2-4 64 0 0,-1-4-64 0 0,1-5 0 0 0,0-4 0 0 0,0-5 0 0 0,0-9 0 0 0,0-7-64 0 0,0-7-32 0 0,-1-7 0 0 0,-3-5 32 0 0,-1 0 0 0 0,-4 0 32 0 0,-4 2 0 0 0,-3 4 32 0 0,1 7 0 0 0,-1 4 0 0 0,-2 9-320 0 0,-1 11 384 0 0,3 9 32 0 0,0 11 64 0 0,-1 5 0 0 0,-1 6 32 0 0,2 9 32 0 0,0 6 64 0 0,-1 1 32 0 0,3 5-32 0 0,-1 5 0 0 0,3-1-64 0 0,-1 3-160 0 0,-1-3 0 0 0,-3-6-64 0 0,2-4 32 0 0,-1-6-32 0 0,0-6 0 0 0,-2-5 0 0 0,2-8-64 0 0,0-2-992 0 0,-1-9-9344 0 0,-1-6 10400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22278 12885 20671 0 0,'4'15'3520'0'0,"0"12"-2912"0"0,5 9-64 0 0,7 5-160 0 0,5 0 0 0 0,6 0-32 0 0,2 0-32 0 0,3 1-32 0 0,4 1-32 0 0,0-4-96 0 0,0-1-32 0 0,2-3-32 0 0,2 0-32 0 0,1-3 0 0 0,-2-6-64 0 0,-1-5 0 0 0,-3-1 0 0 0,-4-5 0 0 0,-3-1 0 0 0,-3-3-320 0 0,-6 1-608 0 0,-6-2 928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22832 12938 8799 0 0,'-18'4'16320'0'0,"-10"8"-15968"0"0,-8 13-64 0 0,-4 11 0 0 0,-4 12-224 0 0,-1 10-32 0 0,-4 6 0 0 0,-1 7-32 0 0,-3 2-352 0 0,-4 4-512 0 0,-2-1-1184 0 0,-4-2-6240 0 0,11-13 8288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8402 13256 16927 0 0,'0'19'1152'0'0,"0"12"-1120"0"0,0 10 512 0 0,3 0 96 0 0,2-2 32 0 0,4-5-128 0 0,3-4-224 0 0,4-7-160 0 0,-1-15 512 0 0,-3-12-320 0 0,-4-14-96 0 0,-3-10-64 0 0,-5-8-64 0 0,-4-5 64 0 0,-5-7-128 0 0,-3-6 64 0 0,-1-1 0 0 0,-2 1 96 0 0,3 2 64 0 0,2 4-96 0 0,3 5-128 0 0,3 7 32 0 0,3 5-64 0 0,4 9 64 0 0,2 4-32 0 0,4 5 32 0 0,4 5-64 0 0,3 3 128 0 0,3 3 0 0 0,2 6 64 0 0,1 5-32 0 0,0 9-96 0 0,4 5 32 0 0,1 6-32 0 0,0 8-32 0 0,-1 7-32 0 0,-5 2 96 0 0,-3 4 64 0 0,-4 2-32 0 0,-4 2 0 0 0,-4 0 64 0 0,-4-2-64 0 0,-1-3 0 0 0,-5-2-32 0 0,-5-5 0 0 0,-5-3 96 0 0,-4-8-32 0 0,-2-5-32 0 0,-2-8-96 0 0,-4-6 0 0 0,-2-6-32 0 0,-2-3-32 0 0,-5-6 0 0 0,-3-7 32 0 0,-3-1-32 0 0,-1-2-128 0 0,2-3-192 0 0,5-3 0 0 0,4-1-128 0 0,8-1-384 0 0,8-1-352 0 0,9 0-4192 0 0,10 4-2784 0 0,5 4 8160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8933 13591 13855 0 0,'3'15'9280'0'0,"2"8"-9184"0"0,3 0 0 0 0,5 1-96 0 0,3-5 64 0 0,2-5 32 0 0,3-9 0 0 0,0-5-32 0 0,-2-6 0 0 0,-5-10-64 0 0,-5-5 32 0 0,-4-3 32 0 0,-3-5-64 0 0,-5-1 64 0 0,-6 1 0 0 0,-5 1 32 0 0,-4 6 32 0 0,-6 7 32 0 0,-3 5-32 0 0,0 5-96 0 0,1 3 64 0 0,4 6 0 0 0,6 6-160 0 0,7 4 64 0 0,3 4 0 0 0,8 3 0 0 0,6-3-64 0 0,10 0 64 0 0,5-4 0 0 0,2-3 0 0 0,5-1 0 0 0,0-2 0 0 0,0-2 0 0 0,-3-2 0 0 0,2-2 0 0 0,0-1 0 0 0,-2-1 0 0 0,-1 0 0 0 0,-2 0 0 0 0,-1-1-64 0 0,-4 4 64 0 0,-3 2 0 0 0,-3 3 0 0 0,-4 4 0 0 0,0 1 0 0 0,3 0 0 0 0,2-1 32 0 0,3-2-32 0 0,2-4 0 0 0,1-2 0 0 0,1-2 0 0 0,-2-5 96 0 0,-6-6 0 0 0,-4-5 0 0 0,-4-3-96 0 0,-6-4 64 0 0,-7 0-64 0 0,-6-2 96 0 0,-7 1 96 0 0,-8 3 32 0 0,-3 5 32 0 0,-3 5 0 0 0,1 4-96 0 0,2 3-96 0 0,3 1-64 0 0,7 6-160 0 0,10 4-128 0 0,11 2 128 0 0,10 2-32 0 0,10-2 0 0 0,6-1 32 0 0,2-4-32 0 0,4-2 128 0 0,0-2 64 0 0,-1-1-32 0 0,-2-1 32 0 0,-3 0-64 0 0,-1-5 64 0 0,-5-4 32 0 0,-2-4 0 0 0,-4-5 64 0 0,-4-1 96 0 0,0-3 0 0 0,2 0 32 0 0,0-1-192 0 0,0 5-32 0 0,4 4 0 0 0,1 5-32 0 0,3 4 32 0 0,1 3-32 0 0,2 1 32 0 0,0 6-32 0 0,0 4 32 0 0,-4 5 64 0 0,-5 4 0 0 0,-4 2 96 0 0,-4 2 160 0 0,-3 0 32 0 0,-2 1-32 0 0,4 0 64 0 0,0-1-96 0 0,-1 0-128 0 0,4-4-160 0 0,3-4-64 0 0,5-6-64 0 0,6-3-256 0 0,4-3-320 0 0,5-2-416 0 0,4-4-672 0 0,8-6-4352 0 0,4-8-8000 0 0,-6-1 14144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10636 13368 20255 0 0,'11'-18'4640'0'0,"8"-14"-4608"0"0,3-4 0 0 0,3-5-32 0 0,0 2 0 0 0,-4 4 64 0 0,-2 4-64 0 0,-1 3-32 0 0,-3 4 32 0 0,0 1 64 0 0,0 9 928 0 0,-1 14-416 0 0,-5 14-128 0 0,-2 16-32 0 0,-3 10-64 0 0,-3 10-64 0 0,0 6-64 0 0,-1 6-64 0 0,-1-1-128 0 0,4-3-32 0 0,1-5 0 0 0,0-7-128 0 0,0-8-320 0 0,2-10-1792 0 0,1-10 2240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11245 13437 22207 0 0,'14'0'4352'0'0,"13"0"-4448"0"0,5 0-448 0 0,5-4-672 0 0,3-1-1056 0 0,-2 1-4864 0 0,-6 0 7136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11928 13136 18271 0 0,'-19'-15'6816'0'0,"-9"-8"-6336"0"0,-4-4-192 0 0,4-1 32 0 0,6 0-96 0 0,11 6-160 0 0,11 5 0 0 0,9 7-32 0 0,10 4 0 0 0,10 4-32 0 0,3 6 0 0 0,0 5 0 0 0,2 5 0 0 0,-5 8 32 0 0,-4 7-32 0 0,-5 7 0 0 0,-8 3 0 0 0,-8 4 64 0 0,-9 4-32 0 0,-7 3 64 0 0,-5-1 64 0 0,-4-4 128 0 0,-5-4 0 0 0,-3-3-32 0 0,1-6-32 0 0,5-4 64 0 0,3-7-128 0 0,4-4-64 0 0,9-4-96 0 0,9-4 64 0 0,9-5 0 0 0,5-2 0 0 0,4-1 64 0 0,5-2-32 0 0,4 0 0 0 0,-1 0 32 0 0,-1 1-32 0 0,2-1-32 0 0,0 1 0 0 0,-2-1 32 0 0,-1 1-64 0 0,-1 0 32 0 0,-2 0-32 0 0,-1 0 0 0 0,0 0-32 0 0,-1-3-160 0 0,0-9-224 0 0,-3-6-224 0 0,-2-8-288 0 0,-3-13-160 0 0,-3-8-512 0 0,-5-7-1984 0 0,-2 6 3552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29984 12448 13727 0 0,'0'-7'9792'0'0,"0"-7"-9440"0"0,-4 0 1632 0 0,-4 2-1824 0 0,-6 3-32 0 0,-3 3-128 0 0,-2 6 0 0 0,-6 7 0 0 0,-2 6 32 0 0,-4 8 0 0 0,0 7-32 0 0,1 11 32 0 0,2 6 64 0 0,3 6-32 0 0,1 1 0 0 0,5 0-64 0 0,6-5 0 0 0,5-4-64 0 0,7-5-32 0 0,8-9-160 0 0,6-6-192 0 0,9-7-160 0 0,4-6 64 0 0,4-8-64 0 0,2-5 0 0 0,2-6 32 0 0,-1 0 128 0 0,-2 0 448 0 0,-3 2 160 0 0,-2 3 992 0 0,-3 5-640 0 0,0 6-288 0 0,-2 2-64 0 0,4 3-32 0 0,1 0-64 0 0,0-3 0 0 0,2-2-64 0 0,1-3 32 0 0,-1-5 32 0 0,-6-7-64 0 0,-2-5 64 0 0,-5-4 0 0 0,-5-4 0 0 0,-8 0 64 0 0,-8-2 192 0 0,-6-3-64 0 0,-5 2 0 0 0,-8 1-96 0 0,-5 2-32 0 0,-3 4 32 0 0,-2 5-32 0 0,1 4-96 0 0,2 4-96 0 0,7 6-992 0 0,11 6 320 0 0,12 3-512 0 0,14 2-992 0 0,8 3-3040 0 0,8 2-3424 0 0,-1-2 8704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30480 12933 9055 0 0,'0'-4'14304'0'0,"0"-4"-14112"0"0,0-6-128 0 0,0-3 288 0 0,0-2-160 0 0,0-3 0 0 0,0 0 32 0 0,0 0-192 0 0,0-1-32 0 0,4 4 0 0 0,4 6-32 0 0,5 4 32 0 0,4 4-32 0 0,3 3 0 0 0,1 2 32 0 0,2 0-32 0 0,-1 5 32 0 0,1 5-64 0 0,-5 4 0 0 0,0 3 0 0 0,-5 3 64 0 0,0 5 0 0 0,-2 3 0 0 0,-3-1 0 0 0,0 3 0 0 0,0 0 32 0 0,-3-2-32 0 0,3-5-64 0 0,3-7 64 0 0,-1-9-32 0 0,-1-10 64 0 0,1-9-32 0 0,-1-8 0 0 0,-2-6 0 0 0,-3-5 0 0 0,-1-1 32 0 0,-1-2 0 0 0,-2 0-32 0 0,0 3 64 0 0,-4 3 0 0 0,-2 2 64 0 0,1 3-32 0 0,5 4-96 0 0,6 6-64 0 0,5 5 32 0 0,5 8 32 0 0,3 3 0 0 0,3 6 0 0 0,0 0 0 0 0,1 3-64 0 0,0 3 0 0 0,-5 3 64 0 0,0-2-64 0 0,-4 0 0 0 0,-1 1 64 0 0,-2 1 0 0 0,-4 2 0 0 0,-2 0 0 0 0,-2 1 0 0 0,1 1 32 0 0,1-1 32 0 0,-1 1-32 0 0,3 0 0 0 0,4-4-32 0 0,3-5 64 0 0,8-8-96 0 0,2-9-32 0 0,6-7-128 0 0,0-5-64 0 0,4-8-96 0 0,-2-3 32 0 0,-1-1 96 0 0,-3 1 64 0 0,-7 8 1760 0 0,-6 12-1184 0 0,-2 6-352 0 0,0 4-64 0 0,2 2-256 0 0,2-1-480 0 0,2-1-736 0 0,1-1-3200 0 0,1-4-8224 0 0,-4-2 12896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31485 12594 20735 0 0,'8'4'-672'0'0,"5"1"-9344"0"0,1-1 10016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31840 12902 21759 0 0,'7'15'4416'0'0,"6"5"-4384"0"0,5-2 32 0 0,7-3-32 0 0,2-8-32 0 0,0-5 32 0 0,-3-7 0 0 0,-4-6-32 0 0,-4-5 64 0 0,-5-3 0 0 0,-8-2-64 0 0,-9 2 64 0 0,-6 1-32 0 0,-9 0 0 0 0,-8 3-32 0 0,-6 4 0 0 0,-2 3 0 0 0,-1 4-160 0 0,2 3-800 0 0,7-3-2176 0 0,13-4-5056 0 0,11-9 3648 0 0,12-4-1792 0 0,4 1 6336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31909 12406 10815 0 0,'7'-8'14176'0'0,"3"2"-13760"0"0,-1 6-160 0 0,2 9 0 0 0,3 11-32 0 0,-1 13-96 0 0,1 9-64 0 0,2 3-64 0 0,1 3 0 0 0,2 0-32 0 0,6-5-64 0 0,1-5-160 0 0,4-7-96 0 0,0-3-64 0 0,0-8-128 0 0,1-7-64 0 0,-1-5 32 0 0,-2-4-416 0 0,-1-7 832 0 0,-3 1 1216 0 0,-4 5-448 0 0,-3 5-160 0 0,0 8-128 0 0,0 6-224 0 0,2 3-32 0 0,4-4-64 0 0,2-4 32 0 0,5-2-32 0 0,0-4 0 0 0,-1-7 0 0 0,-2-4 0 0 0,-2-10-32 0 0,-5-6 32 0 0,-5-5 32 0 0,-7-6 32 0 0,-7-1 32 0 0,-12-1 160 0 0,-14 2 160 0 0,-11 1 32 0 0,-10 2-32 0 0,-9 4 0 0 0,-5 7-64 0 0,0 8-224 0 0,6 5-128 0 0,9 7 0 0 0,12 5-192 0 0,19 5-448 0 0,19 3-800 0 0,20 1-2816 0 0,6-2 4256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32914 12840 14943 0 0,'0'4'8064'0'0,"4"1"-7712"0"0,1-4 416 0 0,3-6-768 0 0,1-6 0 0 0,2-4 0 0 0,3-4-32 0 0,2 2 32 0 0,3 3-64 0 0,2 5 0 0 0,0 7 32 0 0,1 4 32 0 0,1 5 0 0 0,-5 6 32 0 0,-1 7 32 0 0,-3 4 32 0 0,-5 2 32 0 0,-3 0 0 0 0,1-1 64 0 0,-1 0 32 0 0,-2-2 32 0 0,0-1 64 0 0,-3 0-64 0 0,0 0 32 0 0,3 0-256 0 0,5-1-32 0 0,4 0-32 0 0,3-3 32 0 0,11-5-352 0 0,8-5-384 0 0,19-3-544 0 0,16-3-3328 0 0,15-5-10336 0 0,-8-3 14944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34578 12356 18207 0 0,'-7'15'7680'0'0,"-6"12"-7296"0"0,-2 12-64 0 0,0 7-64 0 0,1 7-96 0 0,-1 2-128 0 0,3 2-32 0 0,3-1 0 0 0,4-3-32 0 0,1-2-128 0 0,3-8-288 0 0,1-6-320 0 0,0-6-192 0 0,1-16-13280 0 0,-1-14 9120 0 0,1-11 4096 0 0,-1-10 1024 0 0,0-11 2592 0 0,-3-6 864 0 0,-2-1 256 0 0,0-1-64 0 0,2 2-1024 0 0,0 4-896 0 0,1 4-640 0 0,5 3 32 0 0,5 6-960 0 0,5 2-96 0 0,4 5-64 0 0,3 5 0 0 0,2 3 0 0 0,0 3-160 0 0,1 1-256 0 0,-1 1-512 0 0,5 1-896 0 0,0 4-1344 0 0,-4 4-1792 0 0,-3 9-4032 0 0,-4 0 8992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34776 12980 11231 0 0,'7'14'10016'0'0,"7"10"-9216"0"0,4 3-384 0 0,2-3-192 0 0,3-5-32 0 0,3-6 32 0 0,2-5-32 0 0,0-7-64 0 0,-2-5-32 0 0,-1-5-32 0 0,-5-4 32 0 0,-2-8 0 0 0,-5-3 0 0 0,-3-2 128 0 0,-9-4 256 0 0,-10 0-128 0 0,-8 1 64 0 0,-9 2-32 0 0,-7 2 96 0 0,-5 1-64 0 0,-3 5-224 0 0,1 6-160 0 0,4 9-32 0 0,0 8-32 0 0,8 8 32 0 0,3 8-160 0 0,7 6-448 0 0,13 4-576 0 0,16 6-1056 0 0,12-1-5856 0 0,3-5 8096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36281 12602 15135 0 0,'0'-4'11680'0'0,"0"3"-10272"0"0,0 5-1280 0 0,0 9 32 0 0,-3 6-32 0 0,-2 7 0 0 0,0 7-96 0 0,1 8 32 0 0,-2 5-64 0 0,-1 2 0 0 0,2 0 32 0 0,-3-4-32 0 0,0-3 0 0 0,2-4 0 0 0,2-5 0 0 0,1-12-672 0 0,2-12 512 0 0,-4-12 32 0 0,0-8 32 0 0,1-11 0 0 0,0-7-32 0 0,2-7-32 0 0,1-4-32 0 0,0-3 32 0 0,1-4 96 0 0,0-2 0 0 0,0 0 0 0 0,0 2 32 0 0,0 5 32 0 0,1 6 0 0 0,-1 6-32 0 0,0 4 32 0 0,3 4 0 0 0,2 1 0 0 0,0 1 0 0 0,-1 1 0 0 0,2-1 32 0 0,4 4 224 0 0,1 9-192 0 0,1 8 160 0 0,3 9 64 0 0,-1 6-160 0 0,0 1 64 0 0,-1 1-64 0 0,-1 1-32 0 0,3 2-32 0 0,-2 1 0 0 0,1 0 0 0 0,1 1 0 0 0,-1-1 0 0 0,0 1 0 0 0,-2 4-32 0 0,0 0 0 0 0,-1 1 96 0 0,0-2 0 0 0,-1 3 0 0 0,2 0 32 0 0,1 0 0 0 0,0-3-32 0 0,-3 0-64 0 0,0-2 32 0 0,-1-1-32 0 0,2 0 0 0 0,-2-1 32 0 0,2-3-96 0 0,-1-2 32 0 0,-3-7-3584 0 0,-5-8-1216 0 0,-8-5-992 0 0,-2-1 5760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36248 12925 13983 0 0,'15'-4'12032'0'0,"8"0"-11776"0"0,4-5-64 0 0,1 1 0 0 0,0 0-32 0 0,-2 3-32 0 0,-1 1 64 0 0,-1 2-128 0 0,-6-2 0 0 0,0-1-320 0 0,-5 0 256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36798 12559 12351 0 0,'-3'-7'13856'0'0,"-2"1"-11904"0"0,0 5-1760 0 0,1 7-32 0 0,2 9-64 0 0,0 10-96 0 0,1 8 32 0 0,1 5-32 0 0,0 4 0 0 0,0 3 0 0 0,0 0 0 0 0,0-4 0 0 0,1-1 0 0 0,-1-4 0 0 0,3-4-32 0 0,2-4-192 0 0,0-11-512 0 0,-1-11 608 0 0,-2-11 0 0 0,0-8 96 0 0,-5-10-32 0 0,-1-7-32 0 0,-1-6 0 0 0,-3-5-64 0 0,-3-3 96 0 0,0 0 32 0 0,1-1 32 0 0,3 0 0 0 0,3 4 0 0 0,1 5 0 0 0,2 6 0 0 0,1 3-32 0 0,1 4 32 0 0,-1 1 0 0 0,4 1 0 0 0,5 4-64 0 0,5 1 64 0 0,3 4 0 0 0,3 3 0 0 0,1 4 0 0 0,1 2 0 0 0,1 2 32 0 0,3 1-32 0 0,1 1 0 0 0,0 3 0 0 0,-1 2 0 0 0,-6 2 0 0 0,-5 5-32 0 0,-5 3-64 0 0,-6 3 96 0 0,-2 2-32 0 0,-5 0 32 0 0,-7-2-32 0 0,-4-2 32 0 0,-4-3 0 0 0,-3 0-32 0 0,-1-3 32 0 0,0 0-32 0 0,-1-1 32 0 0,4 1-224 0 0,9-1 224 0 0,6 1 0 0 0,7-1 0 0 0,8 1 0 0 0,4 3-32 0 0,4 2 32 0 0,3-1 0 0 0,0 0 0 0 0,1 2 0 0 0,4-3 0 0 0,1 0 32 0 0,-1-1-32 0 0,-1-1 0 0 0,-2 2 0 0 0,0 3 0 0 0,-6 1 96 0 0,-4 2 0 0 0,-6 1 32 0 0,-4 0 0 0 0,-2 1 32 0 0,-5 0 32 0 0,-3 0 0 0 0,-7 0 0 0 0,-5 0 32 0 0,-7-4-32 0 0,-7-1-32 0 0,-5 0-64 0 0,-3 1 32 0 0,-7-3-32 0 0,-5 0 0 0 0,-6-3-64 0 0,-3-3 32 0 0,-3-3-32 0 0,-5-3 0 0 0,2-2-32 0 0,1 0 0 0 0,4-2 0 0 0,7 1-64 0 0,7-1-608 0 0,17 0-2336 0 0,20 1-832 0 0,16 0-8960 0 0,7 0 12800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28546 2858 3935 0 0,'-15'0'6336'0'0,"-8"0"-5536"0"0,0 3-800 0 0,3 6 480 0 0,2 0 352 0 0,4 3-128 0 0,4-4 11488 0 0,4 0-9984 0 0,6 6-1632 0 0,4 8-224 0 0,5 7-128 0 0,0 7-64 0 0,3 7-96 0 0,2 5-64 0 0,0 1 32 0 0,1-1-32 0 0,-3 0 0 0 0,1-2-160 0 0,-2-5-192 0 0,1-9-224 0 0,-2-6-256 0 0,2-8-1440 0 0,-6-11-3680 0 0,-3-10-6016 0 0,-3-4 11968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28256 2599 19903 0 0,'18'-7'3808'0'0,"14"-7"-3584"0"0,12 0-160 0 0,6-2-64 0 0,2 2 96 0 0,0 4 0 0 0,-6 3 32 0 0,-4 2-32 0 0,-4 3-32 0 0,-6 2-64 0 0,-4 0 96 0 0,-7 4-96 0 0,-3 2 32 0 0,-6 3 32 0 0,1 4-32 0 0,-4 3 32 0 0,-2 3-64 0 0,-7 1 0 0 0,-6 6 64 0 0,-7 1 0 0 0,-7 3 0 0 0,-5 5-64 0 0,-5-1 32 0 0,-2-2 0 0 0,-2-3 32 0 0,1-6-64 0 0,2-7 0 0 0,7-3-96 0 0,11-3-544 0 0,11-4 608 0 0,13 1 32 0 0,9-1 0 0 0,8 3 0 0 0,7 3 0 0 0,4 3 0 0 0,4 3 64 0 0,1 2-64 0 0,1 1 64 0 0,-4 1 0 0 0,-1 4-64 0 0,-4 1 32 0 0,-5 0 32 0 0,-3 3 0 0 0,-7-1 0 0 0,-3-1 96 0 0,-5-2 64 0 0,-8 3 256 0 0,-9-1-32 0 0,-10-1-96 0 0,-12-2-32 0 0,-11 3 32 0 0,-10 0-32 0 0,-9 2-64 0 0,-9 0-192 0 0,-9-1 0 0 0,-6-2 32 0 0,-4-2-64 0 0,-2-5-32 0 0,1-7-96 0 0,2-4-288 0 0,3-5-256 0 0,5-2-256 0 0,7-6 64 0 0,8-2-448 0 0,11 0-2240 0 0,13 2 3520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29263 2843 18655 0 0,'11'19'4288'0'0,"7"12"-3680"0"0,1 14-256 0 0,1 8-192 0 0,0 8-96 0 0,-3 3 0 0 0,0-1-64 0 0,-4-4 0 0 0,-4-8 32 0 0,-3-10-32 0 0,-3-15 64 0 0,-2-16-224 0 0,-1-16-64 0 0,0-19 128 0 0,-5-16-128 0 0,-4-12-64 0 0,-5-12 32 0 0,1-5 0 0 0,-2-3 160 0 0,-2 5 96 0 0,2 5 0 0 0,0 11 128 0 0,3 10 128 0 0,6 13-96 0 0,9 14 32 0 0,10 10-96 0 0,11 9-64 0 0,9 9-32 0 0,2 1 32 0 0,3-2-32 0 0,1-2 0 0 0,-1-4 0 0 0,0-2 64 0 0,-3-2-64 0 0,-4-5 0 0 0,-3-10 32 0 0,-3-5-32 0 0,-2-8 0 0 0,-1-3 0 0 0,-5 0 0 0 0,-1 1 0 0 0,-3 13 608 0 0,-4 20-192 0 0,-4 19 32 0 0,-2 18-64 0 0,-2 16-96 0 0,-1 9-160 0 0,3 4-64 0 0,4 1-64 0 0,2-4 0 0 0,3-6-64 0 0,2-11-352 0 0,7-9-576 0 0,4-13-1184 0 0,0-11-5056 0 0,-3-8 7232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30374 2805 21791 0 0,'8'25'4320'0'0,"5"17"-3808"0"0,8 11-96 0 0,5 8-224 0 0,5 5-64 0 0,0 2-64 0 0,3-3-64 0 0,0-6 0 0 0,-4-8-128 0 0,-2-10-64 0 0,-6-8-256 0 0,-3-6-384 0 0,-1-8-2592 0 0,-4-10-928 0 0,-4-14-4896 0 0,-4-7 9248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30558 2937 22079 0 0,'-18'11'2848'0'0,"-14"11"-2144"0"0,-9 13-352 0 0,-4 7-224 0 0,2 5-128 0 0,0 5-160 0 0,4 4-288 0 0,2 1-736 0 0,3 1-2624 0 0,7-9 3808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32145 3240 6303 0 0,'-15'15'17408'0'0,"-5"12"-16896"0"0,2 8-288 0 0,3 3-128 0 0,11-2-32 0 0,11-3 0 0 0,11-8-32 0 0,7-3 0 0 0,5-7-32 0 0,2-9 32 0 0,3-5 32 0 0,-4-11 64 0 0,-9-6 96 0 0,-6-6-96 0 0,-8-1-32 0 0,-7-5-96 0 0,-8-5 0 0 0,-11 0 0 0 0,-9-2 0 0 0,-7-3-96 0 0,-6 2-192 0 0,-3-1-288 0 0,2 0-288 0 0,9-6-480 0 0,8-3-608 0 0,10-8-1312 0 0,13-6-1952 0 0,12-4-4096 0 0,3 9 9312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32359 2328 6175 0 0,'3'0'19104'0'0,"2"11"-18400"0"0,0 19-128 0 0,-1 18-288 0 0,-2 16-160 0 0,0 12-64 0 0,2 4-32 0 0,5-1-32 0 0,8-2-32 0 0,5-8-32 0 0,6-11-96 0 0,5-12-32 0 0,1-11-96 0 0,2-10-128 0 0,-1-10-32 0 0,-3-8 32 0 0,-4-4-128 0 0,-6 0 448 0 0,-3 0-96 0 0,-5 3 160 0 0,-1 5 0 0 0,0 7 32 0 0,3 4 64 0 0,5 3-64 0 0,7 0 32 0 0,5-1 0 0 0,6-3-32 0 0,2-7 32 0 0,2-4 0 0 0,-2-9 0 0 0,-5-7 32 0 0,-9-7-64 0 0,-8-5 32 0 0,-8-6 32 0 0,-9-3-32 0 0,-13-5 32 0 0,-15 0-64 0 0,-11-2 128 0 0,-9 5 160 0 0,-5 4 0 0 0,-5 5 96 0 0,4 7-256 0 0,6 9-128 0 0,9 9-32 0 0,9 11-608 0 0,18 6 64 0 0,13 4-160 0 0,18-4-832 0 0,16 0-1344 0 0,13-6-4928 0 0,-2-4 7840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33417 3210 15391 0 0,'7'15'7104'0'0,"7"12"-6624"0"0,4 5-160 0 0,6-3-160 0 0,3-3-96 0 0,4-5 32 0 0,5-7-96 0 0,3-5 32 0 0,-2-5-32 0 0,-3-2 64 0 0,-3-6 0 0 0,-8-6 0 0 0,-4-8-32 0 0,-4-5 32 0 0,-10-6 0 0 0,-8-2-64 0 0,-8-2 0 0 0,-9 0 0 0 0,-9 2 64 0 0,-7 3-32 0 0,-4 6 32 0 0,-3 7 0 0 0,2 5-64 0 0,5 9-32 0 0,8 8-64 0 0,9 7-96 0 0,11 8-32 0 0,11 3-32 0 0,9 3 0 0 0,9-2 64 0 0,8 0-160 0 0,8-5 32 0 0,3-2 128 0 0,0-5 96 0 0,0-4 32 0 0,0-4 64 0 0,-2-4-32 0 0,-1-1 32 0 0,-3-5 0 0 0,0-9 0 0 0,-1-6 96 0 0,-4-3 0 0 0,-6-2 192 0 0,-4-1 128 0 0,-4 1-160 0 0,-2 1-128 0 0,-3 0-96 0 0,1 0-32 0 0,2 1 0 0 0,2 1-64 0 0,3 3-32 0 0,1 1 32 0 0,2 4-64 0 0,4 4 96 0 0,2 3 32 0 0,0 3-64 0 0,-1 6 64 0 0,-5 6-64 0 0,-6 4 64 0 0,-6 9 480 0 0,-4 7 160 0 0,-3 6-64 0 0,-2 4 160 0 0,-4 4-128 0 0,-2 1-256 0 0,0 0-192 0 0,1 1-160 0 0,6-4-32 0 0,9-6-192 0 0,22-4-320 0 0,19-8-672 0 0,21-8-3712 0 0,-3-6 4928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35507 3284 19167 0 0,'15'0'4416'0'0,"12"-4"-4032"0"0,8-4-96 0 0,7-5-32 0 0,6-4-96 0 0,7-7-128 0 0,0-6-32 0 0,3-5 0 0 0,-1-4 32 0 0,-4-4 0 0 0,-3 0-32 0 0,-2-2 32 0 0,-7-3-32 0 0,-2-1 0 0 0,-8 0 32 0 0,-5-2 0 0 0,-4 0-32 0 0,-6 5 32 0 0,-5 7-32 0 0,-4 6 64 0 0,-4 12 224 0 0,-3 18-64 0 0,0 16 224 0 0,-5 17-32 0 0,-1 14-96 0 0,-3 11 0 0 0,0 11-128 0 0,1 9-64 0 0,2 6-96 0 0,-1 4 0 0 0,0-5-32 0 0,1-5 0 0 0,2-8 0 0 0,2-8 0 0 0,1-11-32 0 0,4-9-64 0 0,2-8-288 0 0,3-9-1920 0 0,5-12-864 0 0,3-12-4160 0 0,-1-4 7328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37042 3225 20863 0 0,'7'0'5120'0'0,"6"-4"-4832"0"0,5-1-224 0 0,3 1-576 0 0,-2 4-15456 0 0,-5 2 15968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37800 2980 9887 0 0,'0'-19'14976'0'0,"3"-12"-14560"0"0,2-6-128 0 0,4-3-128 0 0,-1 1 32 0 0,3 3-64 0 0,3 9-32 0 0,3 4-64 0 0,2 7-32 0 0,2 6 0 0 0,0 8 0 0 0,1 8 0 0 0,0 11 32 0 0,-3 9-32 0 0,-6 12 32 0 0,-4 6-32 0 0,-8 7 0 0 0,-7 6-32 0 0,-11 4 32 0 0,-9-1 0 0 0,-4-3 32 0 0,-5-4 0 0 0,-2-8-32 0 0,0-3 0 0 0,3-6 0 0 0,11-9-160 0 0,13-9 224 0 0,12-7 32 0 0,9-6 0 0 0,7 0 32 0 0,7-1 32 0 0,7 3-32 0 0,2-1 0 0 0,2 4 64 0 0,-1 3-32 0 0,0 3-64 0 0,3 2 0 0 0,-3 2-64 0 0,1-2 0 0 0,-2-1 0 0 0,0-3-32 0 0,-2-4 32 0 0,-2-4 32 0 0,-3-2-32 0 0,1-3 32 0 0,0-5-32 0 0,-2-5 32 0 0,-1-5-32 0 0,-1-7 0 0 0,-5-8-32 0 0,-2-6-128 0 0,0-4-192 0 0,-3 0-352 0 0,-4 0-384 0 0,0 3-480 0 0,-1 4-2752 0 0,-3 3-12928 0 0,-2 7 17216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5-25T16:16:20.65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7975 10735 3391 0 0,'0'-3'12384'0'0,"0"-4"-7552"0"0,0-5-3392 0 0,-3 1-1088 0 0,-1-2-192 0 0,-3-1 32 0 0,-1-2-128 0 0,-2 0 0 0 0,1-2-64 0 0,-1 0 32 0 0,1-1-32 0 0,-2 4 32 0 0,2 1 0 0 0,-1-1 128 0 0,-2 3-96 0 0,0 0-32 0 0,0-1 32 0 0,2-2 32 0 0,-1-1-96 0 0,2-1 32 0 0,-2 0 32 0 0,3-1 0 0 0,-2 2-64 0 0,1 2 64 0 0,2-1-32 0 0,0 3 96 0 0,-1 0-32 0 0,3-1-64 0 0,-2-2 0 0 0,1 0 0 0 0,1-2-32 0 0,1-1 0 0 0,2 0 0 0 0,0-1 0 0 0,2 1 0 0 0,-3-1 64 0 0,-1 1-64 0 0,0-1 64 0 0,1 1-32 0 0,-2 2 32 0 0,-1 2-64 0 0,1 0 32 0 0,2-1-32 0 0,-2 2 0 0 0,-1 0-32 0 0,1-1 32 0 0,2-1 32 0 0,0 0-32 0 0,2-2-32 0 0,4 2-32 0 0,4 4 0 0 0,2 1 64 0 0,1 1 0 0 0,4 3-64 0 0,2 3 32 0 0,0 1 32 0 0,3 1-32 0 0,0 1 0 0 0,-3 4 32 0 0,-1 1 0 0 0,-2 2 0 0 0,-2 0 0 0 0,2 0-32 0 0,-2 1 32 0 0,1 2 0 0 0,-3 3 0 0 0,2 3 32 0 0,-2 0 0 0 0,1 2-32 0 0,-1 0 0 0 0,1 1 0 0 0,-2 0 0 0 0,0 0 0 0 0,-1-4 0 0 0,0 0 0 0 0,-1 0 0 0 0,0-1 32 0 0,1 3-32 0 0,-2-1 0 0 0,2 2 0 0 0,0 0 32 0 0,1-3 0 0 0,0-1-32 0 0,1-2 0 0 0,0-1 0 0 0,1-2 0 0 0,-1 1 0 0 0,-1 1 0 0 0,0 0 0 0 0,-2 0 0 0 0,3-2 0 0 0,-1 2 0 0 0,2 1 32 0 0,-2 2 0 0 0,3 2-32 0 0,-3 1 32 0 0,3 0-32 0 0,-2 2 0 0 0,-3-6 96 0 0,-1-10-160 0 0,-3-6 32 0 0,0-7-32 0 0,-5-5 64 0 0,-1-3 0 0 0,-1-1-32 0 0,-1 2-32 0 0,-2 1 0 0 0,2 1 64 0 0,-1-2 0 0 0,0 1 0 0 0,2-2 0 0 0,-3 4 0 0 0,2 0 0 0 0,1 0 0 0 0,0-2-64 0 0,3 0 0 0 0,4 2-160 0 0,6 4 160 0 0,3 3 64 0 0,1 7 64 0 0,1 2-32 0 0,2 4-32 0 0,1 5 0 0 0,-1 3 0 0 0,-1-1 32 0 0,0 2 0 0 0,2-1-32 0 0,-2 2 64 0 0,-1-2-64 0 0,-2-1 64 0 0,0-2-64 0 0,-1 1 64 0 0,0 0 32 0 0,-1 1-32 0 0,-2 3 32 0 0,0-2-32 0 0,-1 0-64 0 0,0-7 64 0 0,-2-6-128 0 0,-5-4-32 0 0,-2-5 0 0 0,-5-3 64 0 0,1-3-32 0 0,0-3 32 0 0,-1 1 32 0 0,0 1-96 0 0,2 0 0 0 0,2-1 32 0 0,-2 0-64 0 0,0-2 64 0 0,2 0 64 0 0,1 1-64 0 0,1-2 64 0 0,4 4-32 0 0,5 3-192 0 0,1 8 224 0 0,3 7 32 0 0,-1 7 32 0 0,2 1-32 0 0,-3 2 96 0 0,-1 2-32 0 0,0-2-32 0 0,0 1 32 0 0,-3 0 0 0 0,2 1 0 0 0,0 2-64 0 0,-2 0-32 0 0,1-2 128 0 0,1-1-96 0 0,-2-6 160 0 0,-1-7-320 0 0,-2-7 64 0 0,-1-6-32 0 0,0-4 64 0 0,-1-2-64 0 0,-1-1 96 0 0,-2-1-64 0 0,-2 0-64 0 0,1 1-32 0 0,1 0 96 0 0,0 0 64 0 0,5 3-128 0 0,5 6 96 0 0,1 5 128 0 0,2 5-32 0 0,3 3 64 0 0,0 3-64 0 0,0 1 64 0 0,2-1 32 0 0,-3 2 96 0 0,1-1 128 0 0,-2 3-96 0 0,-4 1-32 0 0,2 0-192 0 0,-3 0 32 0 0,3 2 96 0 0,-1 2-128 0 0,-2 2 0 0 0,1 0-32 0 0,0 1 0 0 0,-1 1 96 0 0,0-5-96 0 0,1 1 0 0 0,-2 0 0 0 0,2-3-32 0 0,0 0 0 0 0,-2 1 32 0 0,2 1-32 0 0,-1 3 0 0 0,3-4 0 0 0,-1 1 0 0 0,2 0 0 0 0,-1 1 0 0 0,-2 2 32 0 0,0 0-32 0 0,4 0 0 0 0,-1 2 0 0 0,-2-1 0 0 0,1-3 0 0 0,-2 0 0 0 0,-1-1 0 0 0,-2 2 0 0 0,-2 0 32 0 0,3-2-32 0 0,-1-1 0 0 0,1 1 32 0 0,-3 1-32 0 0,0 2 0 0 0,-1 0 0 0 0,-4 0 0 0 0,-1 1 32 0 0,-3 1-32 0 0,-1-1 32 0 0,-2-2-32 0 0,1-2 32 0 0,-2-3-32 0 0,3 1 0 0 0,-3 0 32 0 0,2 2-32 0 0,-1-2 0 0 0,-3 0 0 0 0,-1-1 64 0 0,1-1-32 0 0,0-1-32 0 0,-2-2 0 0 0,-1 1 0 0 0,-1-1 32 0 0,0-2 0 0 0,1 1 0 0 0,2 0 0 0 0,-1-1 32 0 0,-1-1-32 0 0,-1-2 0 0 0,-1-1 0 0 0,0-1 32 0 0,-1 0-32 0 0,1 0 0 0 0,-1 0 32 0 0,2-4-64 0 0,3 0 0 0 0,-2 0 0 0 0,4-3 32 0 0,-1 1-32 0 0,0 1 0 0 0,-1-2 0 0 0,-3 0 0 0 0,0 2 0 0 0,-1 1 0 0 0,-1 1 0 0 0,-1-1 32 0 0,1-1 0 0 0,0 2 0 0 0,3-4 32 0 0,2 2-64 0 0,-2-4 32 0 0,1-2-32 0 0,-2 1 32 0 0,3-2-32 0 0,0-1 0 0 0,-1-2 0 0 0,0-1 0 0 0,1-2 0 0 0,5 0 0 0 0,-2 3 0 0 0,3 0 0 0 0,2 1 32 0 0,-1 2-32 0 0,1-1 0 0 0,1 0 0 0 0,1-1 32 0 0,2-3-32 0 0,2 1 0 0 0,0-2 0 0 0,0 0-2656 0 0,0 2 2656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25856 4616 19551 0 0,'0'-4'5920'0'0,"0"3"-4736"0"0,0 5-1120 0 0,-3 9 0 0 0,-2 10 0 0 0,-4 12 0 0 0,1 11-64 0 0,-3 8 32 0 0,0 7-32 0 0,0 4 0 0 0,0-3 0 0 0,3-3-64 0 0,2-9-32 0 0,3-9-96 0 0,1-15-1312 0 0,2-19 1504 0 0,0-22-32 0 0,0-20 32 0 0,1-18 0 0 0,-1-15 0 0 0,0-7 0 0 0,1-5 0 0 0,-1 0 32 0 0,0 2-32 0 0,0 7 64 0 0,0 13 32 0 0,0 11 352 0 0,4 18-320 0 0,4 18-32 0 0,5 18 64 0 0,4 15-96 0 0,3 14 32 0 0,5 10-64 0 0,6 3-32 0 0,1 1 32 0 0,2-1-32 0 0,0-1 32 0 0,1-5-32 0 0,-2-6 0 0 0,-3-6 32 0 0,-2-8 32 0 0,-3-12 32 0 0,-6-11 0 0 0,-1-13 32 0 0,-5-16-64 0 0,-1-13 0 0 0,-2-15-32 0 0,-3-8-32 0 0,-2-8 0 0 0,-3-3 32 0 0,-1 1-32 0 0,-5-2 0 0 0,-1 6-64 0 0,0 2-128 0 0,0 11-288 0 0,2 7-416 0 0,5 12-3008 0 0,6 17-2272 0 0,1 12 6176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26648 5168 18719 0 0,'18'15'3616'0'0,"14"5"-3328"0"0,9-2-96 0 0,0-3-64 0 0,-2-4 0 0 0,-5-8 32 0 0,-7-8 96 0 0,-9-7 192 0 0,-8-5-32 0 0,-8-7-128 0 0,-9-3-32 0 0,-11-1 0 0 0,-5-2 64 0 0,-7-1-96 0 0,-8 2-128 0 0,-7 6-96 0 0,2 3 0 0 0,1 5 0 0 0,3 5-160 0 0,6 4-1376 0 0,7 7-128 0 0,12 3-3232 0 0,13 5-8544 0 0,6 0 13440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27199 4075 19423 0 0,'0'18'6912'0'0,"0"17"-6560"0"0,0 18-128 0 0,0 14-96 0 0,0 14-64 0 0,0 8-64 0 0,0 0 0 0 0,4 0-192 0 0,1-5-192 0 0,3-9-128 0 0,1-10-288 0 0,-2-9-512 0 0,-2-10-704 0 0,-1-12 2016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27221 4908 2015 0 0,'-3'-18'15424'0'0,"-2"-14"-11968"0"0,0-9-1472 0 0,1 0-704 0 0,2-1-448 0 0,4 2-416 0 0,9 9-192 0 0,10 6-96 0 0,10 3-64 0 0,13 2-64 0 0,21 1 0 0 0,26-5-384 0 0,19 3-896 0 0,10 1-3712 0 0,-17 4 4992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28641 4710 18111 0 0,'11'0'7104'0'0,"7"3"-6848"0"0,5 2-128 0 0,-3 3-32 0 0,1 1-64 0 0,-2 2 0 0 0,-2 3 0 0 0,-1-1-32 0 0,-4 1 0 0 0,-3 2 32 0 0,0-2-32 0 0,-1 1 0 0 0,-2 0 0 0 0,-2 3 96 0 0,-6-3 0 0 0,-2 1-64 0 0,-4-3 0 0 0,-4-4-32 0 0,-5-3-64 0 0,-2-3-32 0 0,-2-2 32 0 0,0 0 32 0 0,-2-2-32 0 0,-3 1 64 0 0,-1-1-32 0 0,0 0 32 0 0,-3 1-32 0 0,1 0 32 0 0,1 0-32 0 0,2 3-32 0 0,5 6-128 0 0,6 4-32 0 0,6 4 224 0 0,4 3 0 0 0,4 1-32 0 0,1 1-32 0 0,4 1 64 0 0,6-5 0 0 0,4 0 128 0 0,8-4 0 0 0,7-4 0 0 0,2-5-32 0 0,3-2-64 0 0,4-1 64 0 0,-2-6-96 0 0,-2-2 0 0 0,-4-3 0 0 0,-4 0-96 0 0,-5-3-128 0 0,-4-2-1120 0 0,-3-3-352 0 0,-6-2-4704 0 0,-3 2 6400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29210 4071 13279 0 0,'0'-7'11104'0'0,"0"1"-10368"0"0,0 5-320 0 0,4 7-64 0 0,1 13-128 0 0,-1 11-96 0 0,0 11-32 0 0,-1 13-64 0 0,-2 9-32 0 0,4 8 32 0 0,0 3 0 0 0,3 0-32 0 0,1-1 0 0 0,-2-6 0 0 0,2-4 0 0 0,-1-8 0 0 0,-1-11-96 0 0,-3-8-32 0 0,-1-7-32 0 0,-1-12-512 0 0,-2-13 416 0 0,0-14 128 0 0,0-9 64 0 0,3-5 32 0 0,2-2-32 0 0,-1-1 64 0 0,3 2 0 0 0,4 0-64 0 0,4 1 64 0 0,3 5-32 0 0,2 6 0 0 0,1 4-32 0 0,1 5 64 0 0,1 2 0 0 0,-1 5 32 0 0,0 7 96 0 0,0 4 0 0 0,0 4-96 0 0,-4 6 64 0 0,-5 7-64 0 0,-1 1 32 0 0,-2 3-32 0 0,-3-1-32 0 0,-3-3 0 0 0,-2-3 32 0 0,-5-2 32 0 0,-6-2 64 0 0,-5-5-32 0 0,-3-6-32 0 0,-3-2-32 0 0,-2-2-32 0 0,-1-3 0 0 0,-3-6-32 0 0,2-7-160 0 0,2-5-160 0 0,4-5-192 0 0,2-3-192 0 0,4-6-736 0 0,7-2-1600 0 0,8-3-4928 0 0,4 3 8000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29924 4048 15583 0 0,'0'7'10784'0'0,"0"11"-10272"0"0,0 12-128 0 0,0 12-96 0 0,0 14-192 0 0,0 9 128 0 0,0 3-96 0 0,4 6 0 0 0,1 1-96 0 0,0-1 0 0 0,2-3-32 0 0,1-5 0 0 0,2-7-96 0 0,-1-6-224 0 0,-1-5-288 0 0,-3-7-192 0 0,2-6-320 0 0,0-6-4768 0 0,-2-8 5888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30371 4995 19615 0 0,'15'0'2784'0'0,"12"0"-2656"0"0,5-3-96 0 0,4-6-32 0 0,1-1 64 0 0,-7-2-64 0 0,-5 1-128 0 0,-6-2 0 0 0,-7-1-64 0 0,-5-4 160 0 0,-8 3-32 0 0,-7 3-64 0 0,-5 1 128 0 0,-9 1 256 0 0,-4 6 192 0 0,-5 9-32 0 0,-1 5 96 0 0,2 10 192 0 0,2 8-64 0 0,2 7-224 0 0,5 4-288 0 0,7 4-128 0 0,12 1 0 0 0,15-2-32 0 0,16-2-320 0 0,17-4-384 0 0,16-8-896 0 0,12-8-6208 0 0,-7-9 7840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32259 4046 15679 0 0,'4'-7'9216'0'0,"0"4"-8736"0"0,1 11 128 0 0,-1 18-192 0 0,-9 20-128 0 0,-3 16-128 0 0,-4 13-96 0 0,-4 12-32 0 0,-2 2-32 0 0,1 0 0 0 0,4-3 0 0 0,4-10-192 0 0,4-6-160 0 0,2-11-192 0 0,2-9-256 0 0,5-13-384 0 0,1-12 1184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32147 4484 12639 0 0,'11'-11'11392'0'0,"7"-4"-11328"0"0,12 1-32 0 0,8 3-32 0 0,5 3 0 0 0,2 3-480 0 0,9 9-960 0 0,2 9-1504 0 0,-1 5-3904 0 0,-10-1 6848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32765 5087 14335 0 0,'7'15'8480'0'0,"7"5"-8224"0"0,3-2-32 0 0,4-6-96 0 0,2-10-64 0 0,-1-9-64 0 0,-2-6 96 0 0,-6-6 0 0 0,-4-2 224 0 0,-9-5-128 0 0,-7-3 0 0 0,-11 1 96 0 0,-5 2-96 0 0,-7 0 128 0 0,-2 2-32 0 0,-3 1-32 0 0,1 5-96 0 0,5 9-608 0 0,8 9-256 0 0,15 9-416 0 0,15 6-1728 0 0,10 5-7648 0 0,2-2 10496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33840 4826 17663 0 0,'26'-11'3392'0'0,"15"-8"-3232"0"0,9-3 224 0 0,7-6 96 0 0,0-2-224 0 0,-1-3-96 0 0,-4-4-96 0 0,-6-2 0 0 0,-4-2-32 0 0,-6-5 160 0 0,-8-2 64 0 0,-9-8-128 0 0,-9-9-128 0 0,-5-8 64 0 0,-3-6-64 0 0,-3-1 0 0 0,-4 2 0 0 0,-6 7 0 0 0,-3 9 32 0 0,-5 14 512 0 0,-1 16-352 0 0,-2 16-128 0 0,0 19 0 0 0,-1 20 0 0 0,1 20 128 0 0,-4 26 64 0 0,-1 22 128 0 0,-4 22-128 0 0,1 17 32 0 0,1 9 0 0 0,6-1-96 0 0,3-6 0 0 0,4-14-160 0 0,6-16-32 0 0,4-18 0 0 0,4-13-32 0 0,1-10-256 0 0,1-5-256 0 0,1-5-192 0 0,0-7-480 0 0,0-7-2432 0 0,0-7-3648 0 0,-1-8 7296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33840 5271 20095 0 0,'19'-8'4928'0'0,"12"-5"-4832"0"0,10-1-96 0 0,4 2-32 0 0,2 3-352 0 0,4 3-672 0 0,1-2-1088 0 0,3 2-3328 0 0,-5-3-6368 0 0,-11 1 11840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34687 4948 11135 0 0,'0'18'12640'0'0,"0"14"-12544"0"0,0 5-96 0 0,4-1-32 0 0,4-5-512 0 0,5-9-832 0 0,4-8-1728 0 0,3-6-8576 0 0,-2-5 11680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34843 4498 19199 0 0,'-4'22'-9440'0'0,"-1"15"-319"0"0,0 0 9759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35084 5010 3359 0 0,'11'0'16800'0'0,"3"-4"-16288"0"0,4-4-32 0 0,2-6 128 0 0,-3-2-64 0 0,1-4-96 0 0,-5-1-64 0 0,1-2-128 0 0,-3 1-128 0 0,1 3-64 0 0,-2 1-32 0 0,1 5 0 0 0,3 3-32 0 0,2 4 0 0 0,-2 7 96 0 0,1 2 32 0 0,-2 6 0 0 0,0 7 32 0 0,-2 6 32 0 0,1 2 0 0 0,-2 1-96 0 0,-2 0 0 0 0,-3-1-32 0 0,1-1-32 0 0,1 0-32 0 0,-2-1-64 0 0,-2 0-352 0 0,3-4-2336 0 0,0-5 2752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35723 5172 13983 0 0,'19'0'6848'0'0,"9"0"-6368"0"0,4 0 160 0 0,0-4-224 0 0,-2-4 0 0 0,-6-6-192 0 0,-7-3-32 0 0,-10 1-64 0 0,-9 0-64 0 0,-13-1 192 0 0,-11 1-192 0 0,-8 1-64 0 0,-5 3-320 0 0,-4 3-448 0 0,1 0-320 0 0,5 1-1504 0 0,9-2-5984 0 0,9 1 8576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35930 4363 16703 0 0,'0'-8'10944'0'0,"0"2"-10848"0"0,0 9 96 0 0,0 11 160 0 0,0 15-96 0 0,4 13-64 0 0,1 14-128 0 0,0 8-32 0 0,-2 9 32 0 0,4 6-64 0 0,-1 1 0 0 0,0-3 0 0 0,2-2-64 0 0,-1-8-192 0 0,-1-7-416 0 0,2-3-576 0 0,0-8-704 0 0,-2-8-5088 0 0,-1-11 7040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25830 6813 20351 0 0,'0'-7'3648'0'0,"4"-7"-3552"0"0,8 0-32 0 0,6 2 0 0 0,4 3 32 0 0,5 7 64 0 0,2 7 0 0 0,3 6-64 0 0,0 6 32 0 0,-2 3-64 0 0,-2 2-64 0 0,-3 4 0 0 0,-1 6 96 0 0,-5 0 0 0 0,-6 3-64 0 0,-5 2-32 0 0,-4 3 64 0 0,-6-2-64 0 0,-3-1 0 0 0,-4-2 32 0 0,-4-4-32 0 0,-4-3-160 0 0,-3-6 64 0 0,-1-8 32 0 0,-1-5 0 0 0,0-9 0 0 0,3-7 64 0 0,2-7 0 0 0,-1-4 0 0 0,0-3 0 0 0,-1-1 0 0 0,-1 2 0 0 0,3 2 0 0 0,0 0 0 0 0,0 3 32 0 0,-1 0-32 0 0,-1 3 64 0 0,-1 7 0 0 0,3 8 288 0 0,4 7-160 0 0,1 6 192 0 0,2 4 32 0 0,4 1-32 0 0,1 6-192 0 0,3 1-128 0 0,5 0-32 0 0,5-2-32 0 0,6-1-32 0 0,7-5-96 0 0,4-5-352 0 0,13-7-448 0 0,10-3-928 0 0,5-7-10560 0 0,-7-3 12416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27226 7034 1087 0 0,'0'-7'22592'0'0,"0"-6"-22464"0"0,3-2 32 0 0,6 3-64 0 0,4 3-32 0 0,4 3 0 0 0,-1 6 64 0 0,0 11 32 0 0,-2 7-96 0 0,0 7 32 0 0,-2 8-64 0 0,0 1-32 0 0,-2-1 0 0 0,1 1 0 0 0,-1-2 0 0 0,2-6 0 0 0,-3-4 0 0 0,3-5-128 0 0,1-10 64 0 0,4-10 64 0 0,-3-7 0 0 0,2-10 0 0 0,-3-5 64 0 0,0-2-64 0 0,-2-4 0 0 0,-3 0 0 0 0,1 1 0 0 0,-1 10-288 0 0,-2 12 288 0 0,1 11 0 0 0,0 8 32 0 0,-1 6-32 0 0,2 1 0 0 0,-1 0 0 0 0,3 1 0 0 0,3-2 0 0 0,3-5-32 0 0,-2-8 96 0 0,-2-8-32 0 0,0-7-32 0 0,-2-5 64 0 0,-3-4-32 0 0,-2-2 32 0 0,1-1 64 0 0,0-4-32 0 0,-1-1 32 0 0,2 0-96 0 0,0 2 0 0 0,2 5-32 0 0,4 3-32 0 0,3 3 0 0 0,3 6 0 0 0,4 3-32 0 0,4 3-192 0 0,-1 3-96 0 0,4 0-352 0 0,3 1-768 0 0,1 0-1408 0 0,1-1-4256 0 0,-5 1 7136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28387 6746 8159 0 0,'14'-4'12480'0'0,"13"3"-11808"0"0,5 5-96 0 0,1 5-224 0 0,-1 2-32 0 0,-3 6 0 0 0,-7 3 64 0 0,-2 3-224 0 0,-2 1-32 0 0,-3-1-32 0 0,-5 1 0 0 0,-4-1 0 0 0,-3-1-32 0 0,-1 0-64 0 0,-2 0 0 0 0,-5 0 128 0 0,-4-4-64 0 0,-9-6-64 0 0,-4-3-32 0 0,-3-5-64 0 0,-4-2-32 0 0,-1-2-32 0 0,1 0 32 0 0,2-5 64 0 0,-2-1 64 0 0,0-3 0 0 0,2 0 0 0 0,5-2 32 0 0,3 0 0 0 0,0 3 192 0 0,1 6 96 0 0,3 7-160 0 0,4 6 64 0 0,3 6 32 0 0,4 2 0 0 0,6 7-32 0 0,3 1 0 0 0,4 1 32 0 0,4-2-96 0 0,4 0-64 0 0,6-2-96 0 0,2-5 0 0 0,2-2 0 0 0,3-3-128 0 0,0-5-288 0 0,2-4-288 0 0,4-2-448 0 0,-2-6-1344 0 0,2-6-5888 0 0,-6-1 8384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28969 6913 17343 0 0,'-4'22'6496'0'0,"-1"11"-6496"0"0,1 4-32 0 0,0-1 32 0 0,5-7-64 0 0,2-4-128 0 0,5-7-256 0 0,4-6 0 0 0,3-9 128 0 0,4-5 64 0 0,2-9-128 0 0,1-7-192 0 0,-3-4-32 0 0,-2-5 224 0 0,-3-3 224 0 0,-4-2 160 0 0,-4 0 0 0 0,-3 1 0 0 0,-1 4 64 0 0,-2 1 160 0 0,-1 2 448 0 0,0 9 480 0 0,1 14-768 0 0,-1 15-128 0 0,0 15 32 0 0,1 15 32 0 0,4 18 32 0 0,1 16-96 0 0,3 14-128 0 0,4 9-96 0 0,0-1 0 0 0,2-7-32 0 0,-2-8 32 0 0,1-7-32 0 0,-1-7 0 0 0,-4-7 32 0 0,-2-7 0 0 0,-3-7 32 0 0,-5-7 96 0 0,-7-8 96 0 0,-4-10 128 0 0,-8-5 64 0 0,-12-6-128 0 0,-6-6-64 0 0,-9-7 32 0 0,-11-9-32 0 0,-5-5 32 0 0,-4-9-192 0 0,2-3-64 0 0,2-6-32 0 0,8-4-256 0 0,14-4-448 0 0,13-7-352 0 0,16-2-896 0 0,17 0-5152 0 0,9 7 7104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30923 6324 11967 0 0,'-4'7'12896'0'0,"-1"10"-12320"0"0,-3 17-160 0 0,-4 13-96 0 0,-1 14-128 0 0,0 15-160 0 0,-3 5-32 0 0,-2 3-32 0 0,2 0-128 0 0,4-9-160 0 0,4-8-96 0 0,3-13-192 0 0,2-12-1504 0 0,3-16-1216 0 0,0-17 2336 0 0,1-17 352 0 0,-1-14 0 0 0,1-11 448 0 0,0-8 192 0 0,-1-7 0 0 0,-4-6 160 0 0,0-3 992 0 0,-1 3 800 0 0,1 2-384 0 0,2 3-448 0 0,4 6-448 0 0,5 6 0 0 0,10 11-512 0 0,5 4-96 0 0,2 8-32 0 0,5 5-32 0 0,5 4 64 0 0,3 3-64 0 0,7 2 0 0 0,4 1 0 0 0,0 1-160 0 0,0-1-352 0 0,-5 0-544 0 0,-3-1-864 0 0,-3 8-1152 0 0,-2 6-1952 0 0,-2 4-5728 0 0,-8-1 10752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31510 7084 12607 0 0,'0'19'8704'0'0,"4"9"-8224"0"0,5 0-192 0 0,7-1-64 0 0,6-5 32 0 0,3-6-96 0 0,3-6 32 0 0,2-9-64 0 0,-1-7-64 0 0,-2-7 0 0 0,-5-5 0 0 0,-7-3 160 0 0,-5-1 96 0 0,-5-5 0 0 0,-7-1 64 0 0,-10 0 64 0 0,-8-2-64 0 0,-6 0-128 0 0,-7 5-128 0 0,-2 4-128 0 0,-1 5-32 0 0,1 5-448 0 0,6 12-512 0 0,13 9-896 0 0,11 7-4320 0 0,8 1 6208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32755 6982 17791 0 0,'0'22'5216'0'0,"0"11"-4960"0"0,4 4 32 0 0,5-1-64 0 0,8-3-64 0 0,8-7 0 0 0,8-8-64 0 0,5-7-64 0 0,0-6-32 0 0,1-6 32 0 0,-2-8 0 0 0,-5-6-32 0 0,-3-7 0 0 0,-7-4 64 0 0,-7-5-32 0 0,-6 0 0 0 0,-5-3 32 0 0,-3-3-64 0 0,-5 1 0 0 0,-6 4 0 0 0,-4 3-32 0 0,-1 2-256 0 0,3 7 288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33364 7055 13471 0 0,'7'-18'6784'0'0,"7"-11"-6304"0"0,4-2 32 0 0,-1-5-224 0 0,0 1-96 0 0,-2 2-64 0 0,-1 4-64 0 0,-2 2-64 0 0,0 7 0 0 0,2 5 64 0 0,-1 11 128 0 0,0 8 64 0 0,-1 12-128 0 0,0 9-32 0 0,2 9-64 0 0,3 6-32 0 0,5 3 0 0 0,3-2 64 0 0,-3-1-64 0 0,-2 1 0 0 0,0-4 0 0 0,-4-3 0 0 0,-4-5-96 0 0,-5-4 96 0 0,-6-5 480 0 0,-8-6-320 0 0,-6-7 0 0 0,-5-6-64 0 0,-2-9-96 0 0,-3-5 0 0 0,4-6-96 0 0,1-5-480 0 0,4-3-512 0 0,3-5-1216 0 0,5 0-4256 0 0,3 6 6560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34052 7034 3071 0 0,'18'0'16416'0'0,"14"0"-15456"0"0,8 0-576 0 0,2-3-32 0 0,0-6-160 0 0,-2 0-160 0 0,-6-3 32 0 0,-4-3-32 0 0,-7-3 0 0 0,-7-2 256 0 0,-11 3 160 0 0,-10 4 128 0 0,-7 4-384 0 0,-9 4 64 0 0,-5 3 64 0 0,-5 1 160 0 0,-5 5 96 0 0,0 9-32 0 0,-1 6-64 0 0,2 7-192 0 0,4 3-96 0 0,6 3-96 0 0,12 5-96 0 0,11-1 0 0 0,18-3-96 0 0,20-4-192 0 0,30-6-288 0 0,25-7-672 0 0,20-10-4128 0 0,-9-6 5376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25539 8969 16799 0 0,'0'4'6912'0'0,"-3"5"-6240"0"0,-2 7-224 0 0,-4 10-96 0 0,1 7-64 0 0,-3 9-64 0 0,0 5 32 0 0,0 8-32 0 0,0 7-32 0 0,3 4-64 0 0,2-3-128 0 0,3 0 0 0 0,8-4 0 0 0,8-8 0 0 0,9-10 0 0 0,8-7-64 0 0,6-10 0 0 0,4-9-160 0 0,7-7-224 0 0,2-12-192 0 0,1-9-320 0 0,2-10-704 0 0,4-12-4032 0 0,-1-7-9952 0 0,-9 3 15648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26132 8731 13023 0 0,'-7'19'9312'0'0,"-3"12"-8672"0"0,1 10-192 0 0,1 8-128 0 0,3 6-96 0 0,5 6 0 0 0,7 7-64 0 0,2 3-64 0 0,3-4-64 0 0,-1-2-32 0 0,-1-4 32 0 0,0-6-32 0 0,-1-8 0 0 0,-2-9 32 0 0,-2-6-32 0 0,-2-14 96 0 0,-2-12-96 0 0,-1-12 0 0 0,0-8-32 0 0,0-5 32 0 0,-1-3-64 0 0,1-2 32 0 0,0 0-32 0 0,3 0 0 0 0,2 0 0 0 0,3 1 0 0 0,4 5 32 0 0,4 4 32 0 0,3 2-32 0 0,1 3-32 0 0,2 2 64 0 0,4 3 0 0 0,1 2-32 0 0,0 5 0 0 0,-1 6 32 0 0,-5 5 0 0 0,-6 3 64 0 0,-2 7 96 0 0,-3 3-64 0 0,-3 3-32 0 0,-3 5 32 0 0,-3 0-64 0 0,4 1-32 0 0,-1-1 0 0 0,4-4-64 0 0,7-6 64 0 0,5-9 0 0 0,7-5 0 0 0,2-6 0 0 0,3-4-64 0 0,4-1 32 0 0,0-5-96 0 0,0-8-32 0 0,2-7 32 0 0,-2-3-64 0 0,-3-4-64 0 0,-4-3-32 0 0,-3 2 96 0 0,-2-3 128 0 0,-6 0 64 0 0,-5 3 32 0 0,-5 1 32 0 0,-8 2 224 0 0,-7 6-96 0 0,-6 5 448 0 0,-5 6-480 0 0,-3 7 192 0 0,2 12-32 0 0,1 7 64 0 0,3 4-128 0 0,5 3-128 0 0,-1 0-64 0 0,3 0 0 0 0,2-1-64 0 0,2-1 0 0 0,2-1 0 0 0,1 1 32 0 0,1-2 0 0 0,0 1-32 0 0,1-1 0 0 0,3-3 0 0 0,1-1 0 0 0,4 0 0 0 0,3-3 0 0 0,8-4-32 0 0,7-3-224 0 0,7-4-352 0 0,8-1-192 0 0,8-5-672 0 0,4-10-4416 0 0,-9-2 5888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25612 9075 21439 0 0,'33'8'1152'0'0,"22"1"-2432"0"0,16 1-3968 0 0,-4-3 5248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28868 9311 19551 0 0,'19'-14'2656'0'0,"12"-9"-2560"0"0,6-8 0 0 0,4-2 0 0 0,-3-3-96 0 0,-2-3 64 0 0,-5 2-32 0 0,-7 0 0 0 0,-8 2 32 0 0,-7 0 0 0 0,-8 2 128 0 0,-8 3-32 0 0,-7 4 0 0 0,-4 1-64 0 0,-3 6 64 0 0,-2 6 32 0 0,-4 4-96 0 0,-1 5 0 0 0,0 10-32 0 0,2 8 96 0 0,-3 8 128 0 0,1 9 160 0 0,1 6-32 0 0,1 7 64 0 0,2 8-32 0 0,1 2-96 0 0,4 3-64 0 0,6-1-96 0 0,5 1-96 0 0,7-2 64 0 0,8-2-64 0 0,6-4-96 0 0,5-2 32 0 0,6-6-32 0 0,7-2-64 0 0,5-8-192 0 0,4-10-256 0 0,7-7-224 0 0,1-7-288 0 0,5-12-288 0 0,4-8-1440 0 0,-1-6-5184 0 0,-9 0 7936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29708 9357 15199 0 0,'22'-7'8800'0'0,"11"-3"-8544"0"0,4 1-128 0 0,2 1-32 0 0,3 3-32 0 0,-3 5-64 0 0,-4 7 32 0 0,-5 2-32 0 0,-3 3 32 0 0,-2 3 32 0 0,-3 3 32 0 0,-4 2 0 0 0,-2 2 32 0 0,-4-1 64 0 0,-4 2-32 0 0,-2-1 96 0 0,-8-4-96 0 0,-2 0-96 0 0,-4-5-32 0 0,-5-3-32 0 0,-4-5 32 0 0,-2-2-32 0 0,-2-2 0 0 0,-1-1 0 0 0,0 0 0 0 0,-1-5 0 0 0,1 0 0 0 0,-1-1-32 0 0,1-2-32 0 0,1-3 64 0 0,-1 0-32 0 0,0 1-32 0 0,1 4 32 0 0,-1 1 32 0 0,4 7 0 0 0,2 5 0 0 0,-1 6 64 0 0,3 4 32 0 0,0 4 32 0 0,2 0-96 0 0,4 2 0 0 0,2 0 32 0 0,7-4-64 0 0,3-2 32 0 0,4-3-32 0 0,4 0 0 0 0,9-3 0 0 0,3-4 0 0 0,5-2-64 0 0,2-2-32 0 0,2-2-96 0 0,4-5-128 0 0,-2-5-224 0 0,1-5-384 0 0,2 0-1056 0 0,-2-1-4352 0 0,-7 2 6336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30407 9677 17215 0 0,'18'4'6304'0'0,"11"1"-6208"0"0,-1-4-96 0 0,-1-6 0 0 0,-5-6 0 0 0,-7-4-128 0 0,-8-4 96 0 0,-14-2-96 0 0,-9 3 128 0 0,-10 0 0 0 0,-6 4 0 0 0,-7 3-288 0 0,-3 1-480 0 0,2 2-160 0 0,7 2 928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30771 8573 16927 0 0,'4'0'9312'0'0,"1"3"-8736"0"0,3 6-96 0 0,4 8-128 0 0,0 12-64 0 0,-1 12-64 0 0,-4 11 0 0 0,-2 10 32 0 0,-3 10-64 0 0,-1 4 0 0 0,-1 3-64 0 0,-4 3-128 0 0,-5-1 32 0 0,-1-4-32 0 0,1-3 0 0 0,3-8 0 0 0,-3-7-128 0 0,2-10-224 0 0,1-10-96 0 0,2-8-224 0 0,1-5-2848 0 0,6-7 928 0 0,5-7-14272 0 0,1-6 16864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30999 9784 11775 0 0,'15'0'12288'0'0,"12"0"-12096"0"0,5 0-64 0 0,1 0-64 0 0,-2-4-64 0 0,2-5 64 0 0,-5-4-64 0 0,-8-7 0 0 0,-3-5 0 0 0,-4-1 0 0 0,-9 0 32 0 0,-8 1-32 0 0,-7 1 0 0 0,-9 0-32 0 0,-9 2 32 0 0,-6 4 0 0 0,-2 4 0 0 0,-1 6-160 0 0,2 4-160 0 0,3 6-320 0 0,8 6-1056 0 0,8 6-3904 0 0,6 0 5600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31497 8440 4031 0 0,'0'19'21248'0'0,"0"16"-20704"0"0,0 18-64 0 0,0 14-96 0 0,-3 14-224 0 0,-2 11-96 0 0,0 10-32 0 0,-2 4 0 0 0,-1 0-32 0 0,2-8 0 0 0,-2-9 0 0 0,0-8-128 0 0,1-12-320 0 0,3-9-288 0 0,1-12-512 0 0,5-10-832 0 0,3-11 2080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31724 9643 9215 0 0,'22'-4'10592'0'0,"11"-1"-10080"0"0,3-3-320 0 0,0-4-64 0 0,-7-4-192 0 0,-8-3-128 0 0,-7-1 0 0 0,-11 2-704 0 0,-8 4 832 0 0,-8 5 64 0 0,-9 4 0 0 0,-4 6 192 0 0,-2 6 128 0 0,1 11 64 0 0,5 4 32 0 0,5 7 96 0 0,3 2-128 0 0,4 3-160 0 0,6-1-64 0 0,5-2 0 0 0,6-3 64 0 0,8-6 0 0 0,6-6 32 0 0,7-7-64 0 0,5-5-96 0 0,6-2-32 0 0,-2-6-64 0 0,2-5 32 0 0,0-10 32 0 0,-2-4-64 0 0,-4-6 96 0 0,0-1 32 0 0,-2-4-32 0 0,-3 1 0 0 0,-2 2-32 0 0,-2 3 0 0 0,-1 2-64 0 0,-2 3 0 0 0,1 0 0 0 0,-1 5 0 0 0,-4 9 832 0 0,-4 10-416 0 0,-5 12 64 0 0,-7 11-32 0 0,-4 8 32 0 0,-5 7 64 0 0,-2 4 0 0 0,2 2-128 0 0,2 1-160 0 0,2-1-160 0 0,5-4-64 0 0,10-5-32 0 0,6-8-128 0 0,12-10-160 0 0,12-8-448 0 0,10-8-640 0 0,7-10-2496 0 0,-6-2 3872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28489 5341 17983 0 0,'-8'19'7392'0'0,"-1"13"-6848"0"0,-1 8 32 0 0,6 5-320 0 0,4 6-96 0 0,5 2 0 0 0,6-2-96 0 0,0-1-32 0 0,3-2-32 0 0,-2-6 32 0 0,2-6-32 0 0,-3-5 32 0 0,-2-5-32 0 0,-3-10-384 0 0,-3-16 256 0 0,-1-14 0 0 0,-2-13 96 0 0,-4-12-64 0 0,-5-11 0 0 0,-5-12 32 0 0,-3-6-96 0 0,-7-6 128 0 0,-2-2 32 0 0,2 2 0 0 0,3 5 0 0 0,4 8 0 0 0,5 6 0 0 0,5 5 32 0 0,3 5 32 0 0,3 5-32 0 0,1 6 32 0 0,5 9-64 0 0,4 6 32 0 0,6 4-32 0 0,6 7 0 0 0,8 7 32 0 0,9 7 32 0 0,6 8 0 0 0,3 7 32 0 0,1 8-64 0 0,-1 7 0 0 0,-1 4 0 0 0,-4 7 0 0 0,-2 5 32 0 0,-9 6-32 0 0,-4 4 32 0 0,-8 2 32 0 0,-7 2 0 0 0,-6 0 32 0 0,-3 0 0 0 0,-6 0 32 0 0,-7-1 0 0 0,-4-3 0 0 0,-5-6 0 0 0,-5-7 0 0 0,-3-10-32 0 0,-4-7 32 0 0,-4-6 0 0 0,-4-7-128 0 0,-2-2 32 0 0,-5-6-32 0 0,-3-3 0 0 0,-3-8-32 0 0,-1-3 0 0 0,-1-9 0 0 0,-1-5 0 0 0,0-8-128 0 0,5-3-160 0 0,3-5-64 0 0,7 1 0 0 0,9 1-256 0 0,11 3-480 0 0,15 2-576 0 0,20 6-992 0 0,19 5-5856 0 0,3 7 8512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29472 5768 21055 0 0,'-4'22'3680'0'0,"-1"11"-3456"0"0,0 7-192 0 0,5 1-32 0 0,6-4-32 0 0,6-3 0 0 0,4-9-288 0 0,3-7-384 0 0,6-8-448 0 0,6-9-1248 0 0,1-11-5856 0 0,-4-5 8256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29577 5265 19999 0 0,'-8'8'-6368'0'0,"-2"1"6368"0"0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29943 5704 19647 0 0,'-8'22'5440'0'0,"-1"14"-5248"0"0,-1 9-64 0 0,3 1-32 0 0,5-1-96 0 0,4-4 0 0 0,4-6 0 0 0,2-4 0 0 0,3-8-160 0 0,0-16-128 0 0,-2-11 320 0 0,-3-14-32 0 0,-2-10 32 0 0,-2-9 0 0 0,-2-4-32 0 0,1-3 32 0 0,-2-2-32 0 0,1 4 0 0 0,-1 5 64 0 0,1 6-32 0 0,3 7-96 0 0,6 8 32 0 0,4 7 32 0 0,7 5-32 0 0,9 3-384 0 0,5 2-928 0 0,5 0-3072 0 0,0 1-8544 0 0,-8-1 12960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30506 5840 7263 0 0,'19'4'16448'0'0,"13"-3"-16352"0"0,8-1-96 0 0,2-5 0 0 0,-4-5-64 0 0,-3 0-64 0 0,-9-3 32 0 0,-4-2 64 0 0,-7-3 32 0 0,-5-2 32 0 0,-8 3 160 0 0,-9 0 0 0 0,-6 3 128 0 0,-5 5-128 0 0,-6 2-64 0 0,-3 8 96 0 0,-1 6 64 0 0,1 6 96 0 0,1 4-32 0 0,2 4-64 0 0,1 1-96 0 0,4 4-160 0 0,6 2-32 0 0,8 0-32 0 0,9-2-64 0 0,12-1-32 0 0,5-2-256 0 0,8-4-384 0 0,9-5-384 0 0,6-6-2368 0 0,3-3-6272 0 0,-7-4 9792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31294 5768 18111 0 0,'-23'0'5440'0'0,"-9"0"-4768"0"0,-5 4-96 0 0,1 4-224 0 0,3 5-96 0 0,4 4-64 0 0,2 3-64 0 0,7 1-32 0 0,5 5-32 0 0,7 2 0 0 0,4-1 0 0 0,3-1-64 0 0,5-1 32 0 0,5-2 0 0 0,9 0-32 0 0,9-5-96 0 0,7-5 32 0 0,5-4-128 0 0,7-5-256 0 0,2-6-288 0 0,9-10-512 0 0,2-11-1408 0 0,1-8-4064 0 0,-9 1 6720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31685 4895 20031 0 0,'-11'22'5760'0'0,"-4"14"-5312"0"0,1 13-96 0 0,3 9-160 0 0,6 9-96 0 0,5 4-64 0 0,6 1-32 0 0,2 3 0 0 0,-1 0 0 0 0,-1-2 0 0 0,-2-6-128 0 0,2-11-160 0 0,0-7-32 0 0,3-12-640 0 0,0-17 192 0 0,2-14 768 0 0,-1-17 0 0 0,-2-9 32 0 0,-3-9 64 0 0,2-7 128 0 0,0 0 192 0 0,-2-3 0 0 0,2 3 0 0 0,1 3-96 0 0,1 4-192 0 0,4 7-64 0 0,3 3-64 0 0,2 5-64 0 0,6 5-192 0 0,6 4-544 0 0,5 3-800 0 0,4 5-2368 0 0,3 6-5760 0 0,-6 1 9728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32383 5821 18143 0 0,'-4'22'7872'0'0,"-1"11"-7872"0"0,4 3-32 0 0,6-4-320 0 0,9-7-352 0 0,10-9-576 0 0,4-6-2336 0 0,2-9-5792 0 0,-5-5 9408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32460 5424 21599 0 0,'-11'18'2240'0'0,"4"10"-4416"0"0,6 4-7392 0 0,4-3 9568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32805 5632 11967 0 0,'-4'18'12384'0'0,"-1"14"-12032"0"0,0 4-192 0 0,2 5-96 0 0,4-2-64 0 0,2-4 0 0 0,4-4 0 0 0,5-7 0 0 0,4-8-768 0 0,-1-10 672 0 0,1-10 96 0 0,1-8 0 0 0,-2-9 0 0 0,0-5 0 0 0,-3-5 32 0 0,1-5-32 0 0,-2 0 0 0 0,0 3 32 0 0,3 3 128 0 0,-1 2 96 0 0,0 8 64 0 0,2 5 512 0 0,-1 10-224 0 0,0 10-192 0 0,-2 7-128 0 0,0 8 64 0 0,3 10 0 0 0,-3 6-64 0 0,-2 0-128 0 0,1 2-96 0 0,-2 2-32 0 0,1 1-32 0 0,-1-2-96 0 0,-2-1-384 0 0,-2-3-736 0 0,-2-4-1664 0 0,-1-3-12160 0 0,-2-7 15040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32794 5633 16959 0 0,'-3'15'7328'0'0,"-2"12"-6848"0"0,0 5-160 0 0,1 4-64 0 0,2 4-64 0 0,0-1-32 0 0,5-1-64 0 0,9-2-32 0 0,6-4-64 0 0,7-4 0 0 0,4-6 0 0 0,7-8 64 0 0,1-5-64 0 0,6-5 0 0 0,3-6-64 0 0,-3-7 32 0 0,-2-6-32 0 0,-3-7 0 0 0,-6-3 64 0 0,-7-6 0 0 0,-8-4 64 0 0,-7 0-64 0 0,-6-2 32 0 0,-6-1 64 0 0,-7-2 0 0 0,-10 2-32 0 0,-4 1 64 0 0,-7 2 128 0 0,-4 0-32 0 0,-1 6-32 0 0,-2 8 0 0 0,-2 8-96 0 0,-1 9-96 0 0,-2 9-128 0 0,0 12-160 0 0,2 13-96 0 0,5 9-192 0 0,5 5-224 0 0,7 7-384 0 0,8 5-2560 0 0,10 0-6016 0 0,5-8 9760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33364 5674 16895 0 0,'4'-8'8288'0'0,"4"-1"-8192"0"0,5-4-32 0 0,4 0 32 0 0,3 3 0 0 0,1 3 32 0 0,1 3-128 0 0,1 1 0 0 0,0 6 96 0 0,-1 6 64 0 0,0 4-128 0 0,-4 5 0 0 0,-4 2-32 0 0,-2 2-64 0 0,1-4-512 0 0,2-3-320 0 0,2-6 640 0 0,2-7 32 0 0,2-8 32 0 0,0-7 64 0 0,-3-4 96 0 0,-1 0 32 0 0,-3 0 0 0 0,-1-2 0 0 0,-2 7 1440 0 0,-3 9-992 0 0,-3 9-224 0 0,1 10-160 0 0,0 10-32 0 0,-1 4-32 0 0,2 5-32 0 0,3 0-288 0 0,5-3-480 0 0,6-6-1632 0 0,3-5-8832 0 0,-2-5 11264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29415 7620 11519 0 0,'-7'22'10688'0'0,"-3"11"-9984"0"0,0 7-160 0 0,7 4-160 0 0,6-1-192 0 0,3-5 0 0 0,4-5-64 0 0,5-4-64 0 0,-2-4 32 0 0,2-6 0 0 0,2-6 32 0 0,5-6 32 0 0,3-3-32 0 0,4-6-32 0 0,1-7-64 0 0,-1-6-32 0 0,2-3 64 0 0,-1-3-64 0 0,-1-5 0 0 0,-3-1 0 0 0,-1-4 32 0 0,-2-1 0 0 0,-1 3-32 0 0,-4-3 0 0 0,-2 2 32 0 0,-3 1 0 0 0,0 7 128 0 0,1 10 128 0 0,-2 10-64 0 0,1 11 32 0 0,6 9-32 0 0,2 11 32 0 0,7 6 32 0 0,0 9-64 0 0,4 4-64 0 0,0 2-32 0 0,-2-1-64 0 0,-2-1 0 0 0,-2-2 0 0 0,-2-4 32 0 0,-6-7 0 0 0,-4-4 0 0 0,-6-5 0 0 0,-8-6 32 0 0,-7-7-128 0 0,-10-6 0 0 0,-9-3-160 0 0,-8-3-128 0 0,-6-6-256 0 0,-6-4-320 0 0,-3-10-192 0 0,-5-11-512 0 0,-3-12-3552 0 0,0-10-8576 0 0,10 4 13696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29448 7170 12959 0 0,'0'15'10752'0'0,"0"8"-12384"0"0,4 1-6336 0 0,1-5 7968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BD0FB2-FB76-445C-A344-04C791A095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6BFAE9D-A179-4F5A-991B-1D90BE7982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5ECD6B8-FD32-4899-9F28-0AB8272CC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B5122-992C-4932-8D4F-22E2C32C2FA8}" type="datetimeFigureOut">
              <a:rPr lang="en-GB" smtClean="0"/>
              <a:t>25/05/2022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F74ED30-E176-4028-A7B6-BAD4DDA4D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C83F0DD-2A2C-4607-9A20-03078BA69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2A2E8-982B-48B1-AA82-B3F6958FB6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3237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0E6C41-1941-4524-97D3-67156A3CC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943A39-835C-481D-8E2D-C4562A7F5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592820A-9A58-4AEE-A4F2-F3BEDFD1E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B5122-992C-4932-8D4F-22E2C32C2FA8}" type="datetimeFigureOut">
              <a:rPr lang="en-GB" smtClean="0"/>
              <a:t>25/05/2022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54B6DD8-D37F-40E5-B766-17259DA06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CF16AEF-EB14-4067-AD11-0B1129A4B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2A2E8-982B-48B1-AA82-B3F6958FB6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591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849F1E-E62D-4FA0-8908-16D4C5CBC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B9AA38D-E283-47E0-929E-4742EF5B9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CBD667E-ACF4-4440-A150-B419F20D3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B5122-992C-4932-8D4F-22E2C32C2FA8}" type="datetimeFigureOut">
              <a:rPr lang="en-GB" smtClean="0"/>
              <a:t>25/05/2022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9254650-1002-4608-B1C4-F897AF189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388C38A-B79A-4600-885D-4D68459D0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2A2E8-982B-48B1-AA82-B3F6958FB6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5108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AFF8C2-20B2-44A7-88CA-12370B6CD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15C1114-ED1E-4B50-8743-9DDF1BB1F9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AEBF950-FE8E-4D7B-B667-951BDA351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97E2D86-AF18-4CA8-AE2E-93F241C84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B5122-992C-4932-8D4F-22E2C32C2FA8}" type="datetimeFigureOut">
              <a:rPr lang="en-GB" smtClean="0"/>
              <a:t>25/05/2022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092B389-7C43-4BE7-842B-D34A7CBE0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D4C3818-B577-48D5-8588-28423A92D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2A2E8-982B-48B1-AA82-B3F6958FB6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8944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359BB5-4B96-490C-A64B-DA85DE4EF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6CBFA56-E20C-4539-B78B-048E8BF7FA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963C840-3857-4160-A7E2-136BCFAF3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ABCF24F-000A-4A73-B405-6B5761B86D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430305F-AC12-4892-92AD-F2912130F8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5FDB823-CF80-499A-B0A3-D3C6A4E7C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B5122-992C-4932-8D4F-22E2C32C2FA8}" type="datetimeFigureOut">
              <a:rPr lang="en-GB" smtClean="0"/>
              <a:t>25/05/2022</a:t>
            </a:fld>
            <a:endParaRPr lang="en-GB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55F161F-08C9-440E-937C-205F1327E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8FA07B9-04A8-4D6D-80A4-77896FB40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2A2E8-982B-48B1-AA82-B3F6958FB6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915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B9939E-85F6-46C8-B847-32BA017BE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72E7D21-A46A-4CDD-8489-14FA75674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B5122-992C-4932-8D4F-22E2C32C2FA8}" type="datetimeFigureOut">
              <a:rPr lang="en-GB" smtClean="0"/>
              <a:t>25/05/2022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B255E9B-0AF3-4F38-ABB3-46FBD5666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1910870-CB10-4554-B256-56D936A96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2A2E8-982B-48B1-AA82-B3F6958FB6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9926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356D419-F0E9-49B7-9618-CCA2A7549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B5122-992C-4932-8D4F-22E2C32C2FA8}" type="datetimeFigureOut">
              <a:rPr lang="en-GB" smtClean="0"/>
              <a:t>25/05/2022</a:t>
            </a:fld>
            <a:endParaRPr lang="en-GB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DBFFF28-7389-4D0B-AAEF-EFBE18803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879CA22-2878-4D7A-B3D4-7ABED3D01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2A2E8-982B-48B1-AA82-B3F6958FB6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7398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D90EA8-2719-45C6-A8A2-B7E4F6F2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25323E-39CC-4077-932E-02B3753B4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2D8696A-49F1-4063-BF9C-5515FE25C9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2F6E2D1-D1B8-40F2-BEB1-0972FE5F7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B5122-992C-4932-8D4F-22E2C32C2FA8}" type="datetimeFigureOut">
              <a:rPr lang="en-GB" smtClean="0"/>
              <a:t>25/05/2022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0BEE001-1BA7-4D3F-8CB8-AB3A336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3C99F72-9FDC-4A04-8304-9CA5EDC87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2A2E8-982B-48B1-AA82-B3F6958FB6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8763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5B1779-FB6B-4838-AFEB-798F8ADCE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9FBD939-D655-4BD7-8466-048BC77981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1C17D8B-DB74-4661-B7F1-34C19E5B9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9C4ABCF-F06A-438E-91B7-A2074EE7E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B5122-992C-4932-8D4F-22E2C32C2FA8}" type="datetimeFigureOut">
              <a:rPr lang="en-GB" smtClean="0"/>
              <a:t>25/05/2022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661DEC8-5D5B-4DA2-A2ED-3D1F827A6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33CE217-553D-4C93-A84A-580CA822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2A2E8-982B-48B1-AA82-B3F6958FB6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6928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500A1D-DB02-4646-BF77-44D62D118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B90F157-5CC8-4645-9022-763A4C72F4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A369A0E-F105-4369-A212-AE1DF03FB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B5122-992C-4932-8D4F-22E2C32C2FA8}" type="datetimeFigureOut">
              <a:rPr lang="en-GB" smtClean="0"/>
              <a:t>25/05/2022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23CF4C1-4C60-4A31-9A98-E396A3D18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D541A0-B018-4BB0-8724-1ACD36093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2A2E8-982B-48B1-AA82-B3F6958FB6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4415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66BF473-DC74-470D-8DD2-FF5065C211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DC7E2D1-486D-4488-95B9-D19966E0A3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917412-A81A-4388-9861-F917C5B2E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B5122-992C-4932-8D4F-22E2C32C2FA8}" type="datetimeFigureOut">
              <a:rPr lang="en-GB" smtClean="0"/>
              <a:t>25/05/2022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58ECAF-3555-4331-A246-C0F6C6B2E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F403B4-FCE8-48E6-8035-22C8542F9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2A2E8-982B-48B1-AA82-B3F6958FB6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4816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415A109-B1D2-4060-BC24-0C9C212B2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2E5F445-C388-4646-8124-6DA53A363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7633537-64E5-4EAE-98B7-4479F60C7D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8B5122-992C-4932-8D4F-22E2C32C2FA8}" type="datetimeFigureOut">
              <a:rPr lang="en-GB" smtClean="0"/>
              <a:t>25/05/2022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EF587C1-A30E-4346-9AC6-ACA8BCC94B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848974-8EBE-4C62-806E-A710DEC5B7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82A2E8-982B-48B1-AA82-B3F6958FB6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8512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2" Type="http://schemas.openxmlformats.org/officeDocument/2006/relationships/image" Target="../media/image1.jpe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5.png"/><Relationship Id="rId19" Type="http://schemas.openxmlformats.org/officeDocument/2006/relationships/customXml" Target="../ink/ink9.xml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4.xml"/><Relationship Id="rId18" Type="http://schemas.openxmlformats.org/officeDocument/2006/relationships/image" Target="../media/image20.png"/><Relationship Id="rId26" Type="http://schemas.openxmlformats.org/officeDocument/2006/relationships/image" Target="../media/image24.png"/><Relationship Id="rId3" Type="http://schemas.openxmlformats.org/officeDocument/2006/relationships/image" Target="../media/image12.jpeg"/><Relationship Id="rId21" Type="http://schemas.openxmlformats.org/officeDocument/2006/relationships/customXml" Target="../ink/ink18.xml"/><Relationship Id="rId34" Type="http://schemas.openxmlformats.org/officeDocument/2006/relationships/image" Target="../media/image28.png"/><Relationship Id="rId7" Type="http://schemas.openxmlformats.org/officeDocument/2006/relationships/customXml" Target="../ink/ink11.xml"/><Relationship Id="rId12" Type="http://schemas.openxmlformats.org/officeDocument/2006/relationships/image" Target="../media/image17.png"/><Relationship Id="rId17" Type="http://schemas.openxmlformats.org/officeDocument/2006/relationships/customXml" Target="../ink/ink16.xml"/><Relationship Id="rId25" Type="http://schemas.openxmlformats.org/officeDocument/2006/relationships/customXml" Target="../ink/ink20.xml"/><Relationship Id="rId33" Type="http://schemas.openxmlformats.org/officeDocument/2006/relationships/customXml" Target="../ink/ink24.xml"/><Relationship Id="rId2" Type="http://schemas.openxmlformats.org/officeDocument/2006/relationships/image" Target="../media/image11.jpeg"/><Relationship Id="rId16" Type="http://schemas.openxmlformats.org/officeDocument/2006/relationships/image" Target="../media/image19.png"/><Relationship Id="rId20" Type="http://schemas.openxmlformats.org/officeDocument/2006/relationships/image" Target="../media/image21.png"/><Relationship Id="rId29" Type="http://schemas.openxmlformats.org/officeDocument/2006/relationships/customXml" Target="../ink/ink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customXml" Target="../ink/ink13.xml"/><Relationship Id="rId24" Type="http://schemas.openxmlformats.org/officeDocument/2006/relationships/image" Target="../media/image23.png"/><Relationship Id="rId32" Type="http://schemas.openxmlformats.org/officeDocument/2006/relationships/image" Target="../media/image27.png"/><Relationship Id="rId5" Type="http://schemas.openxmlformats.org/officeDocument/2006/relationships/customXml" Target="../ink/ink10.xml"/><Relationship Id="rId15" Type="http://schemas.openxmlformats.org/officeDocument/2006/relationships/customXml" Target="../ink/ink15.xml"/><Relationship Id="rId23" Type="http://schemas.openxmlformats.org/officeDocument/2006/relationships/customXml" Target="../ink/ink19.xml"/><Relationship Id="rId28" Type="http://schemas.openxmlformats.org/officeDocument/2006/relationships/image" Target="../media/image25.png"/><Relationship Id="rId36" Type="http://schemas.openxmlformats.org/officeDocument/2006/relationships/image" Target="../media/image29.png"/><Relationship Id="rId10" Type="http://schemas.openxmlformats.org/officeDocument/2006/relationships/image" Target="../media/image16.png"/><Relationship Id="rId19" Type="http://schemas.openxmlformats.org/officeDocument/2006/relationships/customXml" Target="../ink/ink17.xml"/><Relationship Id="rId31" Type="http://schemas.openxmlformats.org/officeDocument/2006/relationships/customXml" Target="../ink/ink23.xml"/><Relationship Id="rId4" Type="http://schemas.openxmlformats.org/officeDocument/2006/relationships/image" Target="../media/image13.png"/><Relationship Id="rId9" Type="http://schemas.openxmlformats.org/officeDocument/2006/relationships/customXml" Target="../ink/ink12.xml"/><Relationship Id="rId14" Type="http://schemas.openxmlformats.org/officeDocument/2006/relationships/image" Target="../media/image18.png"/><Relationship Id="rId22" Type="http://schemas.openxmlformats.org/officeDocument/2006/relationships/image" Target="../media/image22.png"/><Relationship Id="rId27" Type="http://schemas.openxmlformats.org/officeDocument/2006/relationships/customXml" Target="../ink/ink21.xml"/><Relationship Id="rId30" Type="http://schemas.openxmlformats.org/officeDocument/2006/relationships/image" Target="../media/image26.png"/><Relationship Id="rId35" Type="http://schemas.openxmlformats.org/officeDocument/2006/relationships/customXml" Target="../ink/ink25.xml"/><Relationship Id="rId8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7.xml"/><Relationship Id="rId13" Type="http://schemas.openxmlformats.org/officeDocument/2006/relationships/image" Target="../media/image40.png"/><Relationship Id="rId18" Type="http://schemas.openxmlformats.org/officeDocument/2006/relationships/image" Target="../media/image43.png"/><Relationship Id="rId3" Type="http://schemas.openxmlformats.org/officeDocument/2006/relationships/image" Target="../media/image34.jpeg"/><Relationship Id="rId21" Type="http://schemas.openxmlformats.org/officeDocument/2006/relationships/customXml" Target="../ink/ink33.xml"/><Relationship Id="rId7" Type="http://schemas.openxmlformats.org/officeDocument/2006/relationships/image" Target="../media/image37.png"/><Relationship Id="rId12" Type="http://schemas.openxmlformats.org/officeDocument/2006/relationships/customXml" Target="../ink/ink29.xml"/><Relationship Id="rId17" Type="http://schemas.openxmlformats.org/officeDocument/2006/relationships/customXml" Target="../ink/ink31.xml"/><Relationship Id="rId2" Type="http://schemas.openxmlformats.org/officeDocument/2006/relationships/image" Target="../media/image33.jpeg"/><Relationship Id="rId16" Type="http://schemas.openxmlformats.org/officeDocument/2006/relationships/image" Target="../media/image42.png"/><Relationship Id="rId20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6.xml"/><Relationship Id="rId11" Type="http://schemas.openxmlformats.org/officeDocument/2006/relationships/image" Target="../media/image39.png"/><Relationship Id="rId5" Type="http://schemas.openxmlformats.org/officeDocument/2006/relationships/image" Target="../media/image36.jpeg"/><Relationship Id="rId15" Type="http://schemas.openxmlformats.org/officeDocument/2006/relationships/image" Target="../media/image41.png"/><Relationship Id="rId10" Type="http://schemas.openxmlformats.org/officeDocument/2006/relationships/customXml" Target="../ink/ink28.xml"/><Relationship Id="rId19" Type="http://schemas.openxmlformats.org/officeDocument/2006/relationships/customXml" Target="../ink/ink32.xml"/><Relationship Id="rId4" Type="http://schemas.openxmlformats.org/officeDocument/2006/relationships/image" Target="../media/image35.jpeg"/><Relationship Id="rId9" Type="http://schemas.openxmlformats.org/officeDocument/2006/relationships/image" Target="../media/image38.png"/><Relationship Id="rId14" Type="http://schemas.openxmlformats.org/officeDocument/2006/relationships/customXml" Target="../ink/ink30.xml"/><Relationship Id="rId22" Type="http://schemas.openxmlformats.org/officeDocument/2006/relationships/image" Target="../media/image4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6.xml"/><Relationship Id="rId3" Type="http://schemas.openxmlformats.org/officeDocument/2006/relationships/image" Target="../media/image47.png"/><Relationship Id="rId7" Type="http://schemas.openxmlformats.org/officeDocument/2006/relationships/image" Target="../media/image36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5.xml"/><Relationship Id="rId11" Type="http://schemas.openxmlformats.org/officeDocument/2006/relationships/image" Target="../media/image380.png"/><Relationship Id="rId5" Type="http://schemas.openxmlformats.org/officeDocument/2006/relationships/image" Target="../media/image35.png"/><Relationship Id="rId10" Type="http://schemas.openxmlformats.org/officeDocument/2006/relationships/customXml" Target="../ink/ink37.xml"/><Relationship Id="rId4" Type="http://schemas.openxmlformats.org/officeDocument/2006/relationships/customXml" Target="../ink/ink34.xml"/><Relationship Id="rId9" Type="http://schemas.openxmlformats.org/officeDocument/2006/relationships/image" Target="../media/image37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40.xml"/><Relationship Id="rId13" Type="http://schemas.openxmlformats.org/officeDocument/2006/relationships/image" Target="../media/image450.png"/><Relationship Id="rId3" Type="http://schemas.openxmlformats.org/officeDocument/2006/relationships/image" Target="../media/image49.png"/><Relationship Id="rId7" Type="http://schemas.openxmlformats.org/officeDocument/2006/relationships/image" Target="../media/image420.png"/><Relationship Id="rId12" Type="http://schemas.openxmlformats.org/officeDocument/2006/relationships/customXml" Target="../ink/ink42.xml"/><Relationship Id="rId17" Type="http://schemas.openxmlformats.org/officeDocument/2006/relationships/image" Target="../media/image470.png"/><Relationship Id="rId2" Type="http://schemas.openxmlformats.org/officeDocument/2006/relationships/image" Target="../media/image48.jpeg"/><Relationship Id="rId16" Type="http://schemas.openxmlformats.org/officeDocument/2006/relationships/customXml" Target="../ink/ink44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9.xml"/><Relationship Id="rId11" Type="http://schemas.openxmlformats.org/officeDocument/2006/relationships/image" Target="../media/image440.png"/><Relationship Id="rId5" Type="http://schemas.openxmlformats.org/officeDocument/2006/relationships/image" Target="../media/image410.png"/><Relationship Id="rId15" Type="http://schemas.openxmlformats.org/officeDocument/2006/relationships/image" Target="../media/image46.png"/><Relationship Id="rId10" Type="http://schemas.openxmlformats.org/officeDocument/2006/relationships/customXml" Target="../ink/ink41.xml"/><Relationship Id="rId4" Type="http://schemas.openxmlformats.org/officeDocument/2006/relationships/customXml" Target="../ink/ink38.xml"/><Relationship Id="rId9" Type="http://schemas.openxmlformats.org/officeDocument/2006/relationships/image" Target="../media/image430.png"/><Relationship Id="rId14" Type="http://schemas.openxmlformats.org/officeDocument/2006/relationships/customXml" Target="../ink/ink4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5.xml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customXml" Target="../ink/ink46.xml"/><Relationship Id="rId4" Type="http://schemas.openxmlformats.org/officeDocument/2006/relationships/image" Target="../media/image29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customXml" Target="../ink/ink52.xml"/><Relationship Id="rId18" Type="http://schemas.openxmlformats.org/officeDocument/2006/relationships/image" Target="../media/image56.png"/><Relationship Id="rId3" Type="http://schemas.openxmlformats.org/officeDocument/2006/relationships/customXml" Target="../ink/ink47.xml"/><Relationship Id="rId7" Type="http://schemas.openxmlformats.org/officeDocument/2006/relationships/customXml" Target="../ink/ink49.xml"/><Relationship Id="rId12" Type="http://schemas.openxmlformats.org/officeDocument/2006/relationships/image" Target="../media/image53.png"/><Relationship Id="rId17" Type="http://schemas.openxmlformats.org/officeDocument/2006/relationships/customXml" Target="../ink/ink54.xml"/><Relationship Id="rId2" Type="http://schemas.openxmlformats.org/officeDocument/2006/relationships/image" Target="../media/image51.jpeg"/><Relationship Id="rId16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customXml" Target="../ink/ink51.xml"/><Relationship Id="rId5" Type="http://schemas.openxmlformats.org/officeDocument/2006/relationships/customXml" Target="../ink/ink48.xml"/><Relationship Id="rId15" Type="http://schemas.openxmlformats.org/officeDocument/2006/relationships/customXml" Target="../ink/ink53.xml"/><Relationship Id="rId10" Type="http://schemas.openxmlformats.org/officeDocument/2006/relationships/image" Target="../media/image52.png"/><Relationship Id="rId4" Type="http://schemas.openxmlformats.org/officeDocument/2006/relationships/image" Target="../media/image490.png"/><Relationship Id="rId9" Type="http://schemas.openxmlformats.org/officeDocument/2006/relationships/customXml" Target="../ink/ink50.xml"/><Relationship Id="rId14" Type="http://schemas.openxmlformats.org/officeDocument/2006/relationships/image" Target="../media/image5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57.xml"/><Relationship Id="rId3" Type="http://schemas.openxmlformats.org/officeDocument/2006/relationships/image" Target="../media/image59.png"/><Relationship Id="rId7" Type="http://schemas.openxmlformats.org/officeDocument/2006/relationships/image" Target="../media/image61.pn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56.xml"/><Relationship Id="rId11" Type="http://schemas.openxmlformats.org/officeDocument/2006/relationships/image" Target="../media/image63.png"/><Relationship Id="rId5" Type="http://schemas.openxmlformats.org/officeDocument/2006/relationships/image" Target="../media/image60.png"/><Relationship Id="rId10" Type="http://schemas.openxmlformats.org/officeDocument/2006/relationships/customXml" Target="../ink/ink58.xml"/><Relationship Id="rId4" Type="http://schemas.openxmlformats.org/officeDocument/2006/relationships/customXml" Target="../ink/ink55.xml"/><Relationship Id="rId9" Type="http://schemas.openxmlformats.org/officeDocument/2006/relationships/image" Target="../media/image6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customXml" Target="../ink/ink59.xml"/><Relationship Id="rId7" Type="http://schemas.openxmlformats.org/officeDocument/2006/relationships/customXml" Target="../ink/ink61.xml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customXml" Target="../ink/ink60.xml"/><Relationship Id="rId4" Type="http://schemas.openxmlformats.org/officeDocument/2006/relationships/image" Target="../media/image6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64.xml"/><Relationship Id="rId13" Type="http://schemas.openxmlformats.org/officeDocument/2006/relationships/customXml" Target="../ink/ink66.xml"/><Relationship Id="rId3" Type="http://schemas.openxmlformats.org/officeDocument/2006/relationships/customXml" Target="../ink/ink62.xml"/><Relationship Id="rId7" Type="http://schemas.openxmlformats.org/officeDocument/2006/relationships/image" Target="../media/image70.png"/><Relationship Id="rId12" Type="http://schemas.openxmlformats.org/officeDocument/2006/relationships/image" Target="../media/image73.png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63.xml"/><Relationship Id="rId11" Type="http://schemas.openxmlformats.org/officeDocument/2006/relationships/customXml" Target="../ink/ink65.xml"/><Relationship Id="rId5" Type="http://schemas.openxmlformats.org/officeDocument/2006/relationships/image" Target="../media/image69.png"/><Relationship Id="rId10" Type="http://schemas.openxmlformats.org/officeDocument/2006/relationships/image" Target="../media/image72.jpeg"/><Relationship Id="rId4" Type="http://schemas.openxmlformats.org/officeDocument/2006/relationships/image" Target="../media/image68.png"/><Relationship Id="rId9" Type="http://schemas.openxmlformats.org/officeDocument/2006/relationships/image" Target="../media/image71.png"/><Relationship Id="rId14" Type="http://schemas.openxmlformats.org/officeDocument/2006/relationships/image" Target="../media/image7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67.xml"/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customXml" Target="../ink/ink68.xml"/><Relationship Id="rId4" Type="http://schemas.openxmlformats.org/officeDocument/2006/relationships/image" Target="../media/image7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5.png"/><Relationship Id="rId18" Type="http://schemas.openxmlformats.org/officeDocument/2006/relationships/customXml" Target="../ink/ink76.xml"/><Relationship Id="rId26" Type="http://schemas.openxmlformats.org/officeDocument/2006/relationships/customXml" Target="../ink/ink80.xml"/><Relationship Id="rId39" Type="http://schemas.openxmlformats.org/officeDocument/2006/relationships/image" Target="../media/image98.png"/><Relationship Id="rId21" Type="http://schemas.openxmlformats.org/officeDocument/2006/relationships/image" Target="../media/image89.png"/><Relationship Id="rId34" Type="http://schemas.openxmlformats.org/officeDocument/2006/relationships/customXml" Target="../ink/ink84.xml"/><Relationship Id="rId42" Type="http://schemas.openxmlformats.org/officeDocument/2006/relationships/image" Target="../media/image100.jpeg"/><Relationship Id="rId47" Type="http://schemas.openxmlformats.org/officeDocument/2006/relationships/customXml" Target="../ink/ink90.xml"/><Relationship Id="rId50" Type="http://schemas.openxmlformats.org/officeDocument/2006/relationships/image" Target="../media/image104.png"/><Relationship Id="rId55" Type="http://schemas.openxmlformats.org/officeDocument/2006/relationships/customXml" Target="../ink/ink94.xml"/><Relationship Id="rId7" Type="http://schemas.openxmlformats.org/officeDocument/2006/relationships/image" Target="../media/image82.png"/><Relationship Id="rId2" Type="http://schemas.openxmlformats.org/officeDocument/2006/relationships/image" Target="../media/image79.jpeg"/><Relationship Id="rId16" Type="http://schemas.openxmlformats.org/officeDocument/2006/relationships/customXml" Target="../ink/ink75.xml"/><Relationship Id="rId29" Type="http://schemas.openxmlformats.org/officeDocument/2006/relationships/image" Target="../media/image93.png"/><Relationship Id="rId11" Type="http://schemas.openxmlformats.org/officeDocument/2006/relationships/image" Target="../media/image84.png"/><Relationship Id="rId24" Type="http://schemas.openxmlformats.org/officeDocument/2006/relationships/customXml" Target="../ink/ink79.xml"/><Relationship Id="rId32" Type="http://schemas.openxmlformats.org/officeDocument/2006/relationships/customXml" Target="../ink/ink83.xml"/><Relationship Id="rId37" Type="http://schemas.openxmlformats.org/officeDocument/2006/relationships/image" Target="../media/image97.png"/><Relationship Id="rId40" Type="http://schemas.openxmlformats.org/officeDocument/2006/relationships/customXml" Target="../ink/ink87.xml"/><Relationship Id="rId45" Type="http://schemas.openxmlformats.org/officeDocument/2006/relationships/customXml" Target="../ink/ink89.xml"/><Relationship Id="rId53" Type="http://schemas.openxmlformats.org/officeDocument/2006/relationships/customXml" Target="../ink/ink93.xml"/><Relationship Id="rId58" Type="http://schemas.openxmlformats.org/officeDocument/2006/relationships/image" Target="../media/image108.png"/><Relationship Id="rId5" Type="http://schemas.openxmlformats.org/officeDocument/2006/relationships/image" Target="../media/image81.png"/><Relationship Id="rId61" Type="http://schemas.openxmlformats.org/officeDocument/2006/relationships/customXml" Target="../ink/ink97.xml"/><Relationship Id="rId19" Type="http://schemas.openxmlformats.org/officeDocument/2006/relationships/image" Target="../media/image88.png"/><Relationship Id="rId14" Type="http://schemas.openxmlformats.org/officeDocument/2006/relationships/customXml" Target="../ink/ink74.xml"/><Relationship Id="rId22" Type="http://schemas.openxmlformats.org/officeDocument/2006/relationships/customXml" Target="../ink/ink78.xml"/><Relationship Id="rId27" Type="http://schemas.openxmlformats.org/officeDocument/2006/relationships/image" Target="../media/image92.png"/><Relationship Id="rId30" Type="http://schemas.openxmlformats.org/officeDocument/2006/relationships/customXml" Target="../ink/ink82.xml"/><Relationship Id="rId35" Type="http://schemas.openxmlformats.org/officeDocument/2006/relationships/image" Target="../media/image96.png"/><Relationship Id="rId43" Type="http://schemas.openxmlformats.org/officeDocument/2006/relationships/customXml" Target="../ink/ink88.xml"/><Relationship Id="rId48" Type="http://schemas.openxmlformats.org/officeDocument/2006/relationships/image" Target="../media/image103.png"/><Relationship Id="rId56" Type="http://schemas.openxmlformats.org/officeDocument/2006/relationships/image" Target="../media/image107.png"/><Relationship Id="rId8" Type="http://schemas.openxmlformats.org/officeDocument/2006/relationships/customXml" Target="../ink/ink71.xml"/><Relationship Id="rId51" Type="http://schemas.openxmlformats.org/officeDocument/2006/relationships/customXml" Target="../ink/ink92.xml"/><Relationship Id="rId3" Type="http://schemas.openxmlformats.org/officeDocument/2006/relationships/customXml" Target="../ink/ink69.xml"/><Relationship Id="rId12" Type="http://schemas.openxmlformats.org/officeDocument/2006/relationships/customXml" Target="../ink/ink73.xml"/><Relationship Id="rId17" Type="http://schemas.openxmlformats.org/officeDocument/2006/relationships/image" Target="../media/image87.png"/><Relationship Id="rId25" Type="http://schemas.openxmlformats.org/officeDocument/2006/relationships/image" Target="../media/image91.png"/><Relationship Id="rId33" Type="http://schemas.openxmlformats.org/officeDocument/2006/relationships/image" Target="../media/image95.png"/><Relationship Id="rId38" Type="http://schemas.openxmlformats.org/officeDocument/2006/relationships/customXml" Target="../ink/ink86.xml"/><Relationship Id="rId46" Type="http://schemas.openxmlformats.org/officeDocument/2006/relationships/image" Target="../media/image102.png"/><Relationship Id="rId59" Type="http://schemas.openxmlformats.org/officeDocument/2006/relationships/customXml" Target="../ink/ink96.xml"/><Relationship Id="rId20" Type="http://schemas.openxmlformats.org/officeDocument/2006/relationships/customXml" Target="../ink/ink77.xml"/><Relationship Id="rId41" Type="http://schemas.openxmlformats.org/officeDocument/2006/relationships/image" Target="../media/image99.png"/><Relationship Id="rId54" Type="http://schemas.openxmlformats.org/officeDocument/2006/relationships/image" Target="../media/image106.png"/><Relationship Id="rId62" Type="http://schemas.openxmlformats.org/officeDocument/2006/relationships/image" Target="../media/image110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70.xml"/><Relationship Id="rId15" Type="http://schemas.openxmlformats.org/officeDocument/2006/relationships/image" Target="../media/image86.png"/><Relationship Id="rId23" Type="http://schemas.openxmlformats.org/officeDocument/2006/relationships/image" Target="../media/image90.png"/><Relationship Id="rId28" Type="http://schemas.openxmlformats.org/officeDocument/2006/relationships/customXml" Target="../ink/ink81.xml"/><Relationship Id="rId36" Type="http://schemas.openxmlformats.org/officeDocument/2006/relationships/customXml" Target="../ink/ink85.xml"/><Relationship Id="rId49" Type="http://schemas.openxmlformats.org/officeDocument/2006/relationships/customXml" Target="../ink/ink91.xml"/><Relationship Id="rId57" Type="http://schemas.openxmlformats.org/officeDocument/2006/relationships/customXml" Target="../ink/ink95.xml"/><Relationship Id="rId10" Type="http://schemas.openxmlformats.org/officeDocument/2006/relationships/customXml" Target="../ink/ink72.xml"/><Relationship Id="rId31" Type="http://schemas.openxmlformats.org/officeDocument/2006/relationships/image" Target="../media/image94.png"/><Relationship Id="rId44" Type="http://schemas.openxmlformats.org/officeDocument/2006/relationships/image" Target="../media/image101.png"/><Relationship Id="rId52" Type="http://schemas.openxmlformats.org/officeDocument/2006/relationships/image" Target="../media/image105.png"/><Relationship Id="rId60" Type="http://schemas.openxmlformats.org/officeDocument/2006/relationships/image" Target="../media/image109.png"/><Relationship Id="rId4" Type="http://schemas.openxmlformats.org/officeDocument/2006/relationships/image" Target="../media/image80.png"/><Relationship Id="rId9" Type="http://schemas.openxmlformats.org/officeDocument/2006/relationships/image" Target="../media/image8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0.xml"/><Relationship Id="rId13" Type="http://schemas.openxmlformats.org/officeDocument/2006/relationships/image" Target="../media/image117.png"/><Relationship Id="rId18" Type="http://schemas.openxmlformats.org/officeDocument/2006/relationships/customXml" Target="../ink/ink105.xml"/><Relationship Id="rId3" Type="http://schemas.openxmlformats.org/officeDocument/2006/relationships/image" Target="../media/image112.jpeg"/><Relationship Id="rId21" Type="http://schemas.openxmlformats.org/officeDocument/2006/relationships/image" Target="../media/image121.png"/><Relationship Id="rId7" Type="http://schemas.openxmlformats.org/officeDocument/2006/relationships/image" Target="../media/image114.png"/><Relationship Id="rId12" Type="http://schemas.openxmlformats.org/officeDocument/2006/relationships/customXml" Target="../ink/ink102.xml"/><Relationship Id="rId17" Type="http://schemas.openxmlformats.org/officeDocument/2006/relationships/image" Target="../media/image119.png"/><Relationship Id="rId2" Type="http://schemas.openxmlformats.org/officeDocument/2006/relationships/image" Target="../media/image111.jpeg"/><Relationship Id="rId16" Type="http://schemas.openxmlformats.org/officeDocument/2006/relationships/customXml" Target="../ink/ink104.xml"/><Relationship Id="rId20" Type="http://schemas.openxmlformats.org/officeDocument/2006/relationships/customXml" Target="../ink/ink106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99.xml"/><Relationship Id="rId11" Type="http://schemas.openxmlformats.org/officeDocument/2006/relationships/image" Target="../media/image116.png"/><Relationship Id="rId5" Type="http://schemas.openxmlformats.org/officeDocument/2006/relationships/image" Target="../media/image113.png"/><Relationship Id="rId15" Type="http://schemas.openxmlformats.org/officeDocument/2006/relationships/image" Target="../media/image118.png"/><Relationship Id="rId23" Type="http://schemas.openxmlformats.org/officeDocument/2006/relationships/image" Target="../media/image122.png"/><Relationship Id="rId10" Type="http://schemas.openxmlformats.org/officeDocument/2006/relationships/customXml" Target="../ink/ink101.xml"/><Relationship Id="rId19" Type="http://schemas.openxmlformats.org/officeDocument/2006/relationships/image" Target="../media/image120.png"/><Relationship Id="rId4" Type="http://schemas.openxmlformats.org/officeDocument/2006/relationships/customXml" Target="../ink/ink98.xml"/><Relationship Id="rId9" Type="http://schemas.openxmlformats.org/officeDocument/2006/relationships/image" Target="../media/image115.png"/><Relationship Id="rId14" Type="http://schemas.openxmlformats.org/officeDocument/2006/relationships/customXml" Target="../ink/ink103.xml"/><Relationship Id="rId22" Type="http://schemas.openxmlformats.org/officeDocument/2006/relationships/customXml" Target="../ink/ink107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13.xml"/><Relationship Id="rId18" Type="http://schemas.openxmlformats.org/officeDocument/2006/relationships/customXml" Target="../ink/ink115.xml"/><Relationship Id="rId26" Type="http://schemas.openxmlformats.org/officeDocument/2006/relationships/image" Target="../media/image136.png"/><Relationship Id="rId39" Type="http://schemas.openxmlformats.org/officeDocument/2006/relationships/customXml" Target="../ink/ink125.xml"/><Relationship Id="rId21" Type="http://schemas.openxmlformats.org/officeDocument/2006/relationships/image" Target="../media/image133.png"/><Relationship Id="rId34" Type="http://schemas.openxmlformats.org/officeDocument/2006/relationships/image" Target="../media/image140.png"/><Relationship Id="rId42" Type="http://schemas.openxmlformats.org/officeDocument/2006/relationships/image" Target="../media/image144.png"/><Relationship Id="rId47" Type="http://schemas.openxmlformats.org/officeDocument/2006/relationships/customXml" Target="../ink/ink129.xml"/><Relationship Id="rId50" Type="http://schemas.openxmlformats.org/officeDocument/2006/relationships/image" Target="../media/image148.png"/><Relationship Id="rId55" Type="http://schemas.openxmlformats.org/officeDocument/2006/relationships/customXml" Target="../ink/ink133.xml"/><Relationship Id="rId7" Type="http://schemas.openxmlformats.org/officeDocument/2006/relationships/customXml" Target="../ink/ink110.xml"/><Relationship Id="rId2" Type="http://schemas.openxmlformats.org/officeDocument/2006/relationships/image" Target="../media/image123.jpeg"/><Relationship Id="rId16" Type="http://schemas.openxmlformats.org/officeDocument/2006/relationships/image" Target="../media/image130.png"/><Relationship Id="rId29" Type="http://schemas.openxmlformats.org/officeDocument/2006/relationships/customXml" Target="../ink/ink120.xml"/><Relationship Id="rId11" Type="http://schemas.openxmlformats.org/officeDocument/2006/relationships/customXml" Target="../ink/ink112.xml"/><Relationship Id="rId24" Type="http://schemas.openxmlformats.org/officeDocument/2006/relationships/image" Target="../media/image135.jpeg"/><Relationship Id="rId32" Type="http://schemas.openxmlformats.org/officeDocument/2006/relationships/image" Target="../media/image139.png"/><Relationship Id="rId37" Type="http://schemas.openxmlformats.org/officeDocument/2006/relationships/customXml" Target="../ink/ink124.xml"/><Relationship Id="rId40" Type="http://schemas.openxmlformats.org/officeDocument/2006/relationships/image" Target="../media/image143.png"/><Relationship Id="rId45" Type="http://schemas.openxmlformats.org/officeDocument/2006/relationships/customXml" Target="../ink/ink128.xml"/><Relationship Id="rId53" Type="http://schemas.openxmlformats.org/officeDocument/2006/relationships/customXml" Target="../ink/ink132.xml"/><Relationship Id="rId58" Type="http://schemas.openxmlformats.org/officeDocument/2006/relationships/image" Target="../media/image152.png"/><Relationship Id="rId5" Type="http://schemas.openxmlformats.org/officeDocument/2006/relationships/customXml" Target="../ink/ink109.xml"/><Relationship Id="rId19" Type="http://schemas.openxmlformats.org/officeDocument/2006/relationships/image" Target="../media/image132.png"/><Relationship Id="rId4" Type="http://schemas.openxmlformats.org/officeDocument/2006/relationships/image" Target="../media/image124.png"/><Relationship Id="rId9" Type="http://schemas.openxmlformats.org/officeDocument/2006/relationships/customXml" Target="../ink/ink111.xml"/><Relationship Id="rId14" Type="http://schemas.openxmlformats.org/officeDocument/2006/relationships/image" Target="../media/image129.png"/><Relationship Id="rId22" Type="http://schemas.openxmlformats.org/officeDocument/2006/relationships/customXml" Target="../ink/ink117.xml"/><Relationship Id="rId27" Type="http://schemas.openxmlformats.org/officeDocument/2006/relationships/customXml" Target="../ink/ink119.xml"/><Relationship Id="rId30" Type="http://schemas.openxmlformats.org/officeDocument/2006/relationships/image" Target="../media/image138.png"/><Relationship Id="rId35" Type="http://schemas.openxmlformats.org/officeDocument/2006/relationships/customXml" Target="../ink/ink123.xml"/><Relationship Id="rId43" Type="http://schemas.openxmlformats.org/officeDocument/2006/relationships/customXml" Target="../ink/ink127.xml"/><Relationship Id="rId48" Type="http://schemas.openxmlformats.org/officeDocument/2006/relationships/image" Target="../media/image147.png"/><Relationship Id="rId56" Type="http://schemas.openxmlformats.org/officeDocument/2006/relationships/image" Target="../media/image151.png"/><Relationship Id="rId8" Type="http://schemas.openxmlformats.org/officeDocument/2006/relationships/image" Target="../media/image126.png"/><Relationship Id="rId51" Type="http://schemas.openxmlformats.org/officeDocument/2006/relationships/customXml" Target="../ink/ink131.xml"/><Relationship Id="rId3" Type="http://schemas.openxmlformats.org/officeDocument/2006/relationships/customXml" Target="../ink/ink108.xml"/><Relationship Id="rId12" Type="http://schemas.openxmlformats.org/officeDocument/2006/relationships/image" Target="../media/image128.png"/><Relationship Id="rId17" Type="http://schemas.openxmlformats.org/officeDocument/2006/relationships/image" Target="../media/image131.png"/><Relationship Id="rId25" Type="http://schemas.openxmlformats.org/officeDocument/2006/relationships/customXml" Target="../ink/ink118.xml"/><Relationship Id="rId33" Type="http://schemas.openxmlformats.org/officeDocument/2006/relationships/customXml" Target="../ink/ink122.xml"/><Relationship Id="rId38" Type="http://schemas.openxmlformats.org/officeDocument/2006/relationships/image" Target="../media/image142.png"/><Relationship Id="rId46" Type="http://schemas.openxmlformats.org/officeDocument/2006/relationships/image" Target="../media/image146.png"/><Relationship Id="rId59" Type="http://schemas.openxmlformats.org/officeDocument/2006/relationships/image" Target="../media/image153.jpeg"/><Relationship Id="rId20" Type="http://schemas.openxmlformats.org/officeDocument/2006/relationships/customXml" Target="../ink/ink116.xml"/><Relationship Id="rId41" Type="http://schemas.openxmlformats.org/officeDocument/2006/relationships/customXml" Target="../ink/ink126.xml"/><Relationship Id="rId54" Type="http://schemas.openxmlformats.org/officeDocument/2006/relationships/image" Target="../media/image1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5.png"/><Relationship Id="rId15" Type="http://schemas.openxmlformats.org/officeDocument/2006/relationships/customXml" Target="../ink/ink114.xml"/><Relationship Id="rId23" Type="http://schemas.openxmlformats.org/officeDocument/2006/relationships/image" Target="../media/image134.png"/><Relationship Id="rId28" Type="http://schemas.openxmlformats.org/officeDocument/2006/relationships/image" Target="../media/image137.png"/><Relationship Id="rId36" Type="http://schemas.openxmlformats.org/officeDocument/2006/relationships/image" Target="../media/image141.png"/><Relationship Id="rId49" Type="http://schemas.openxmlformats.org/officeDocument/2006/relationships/customXml" Target="../ink/ink130.xml"/><Relationship Id="rId57" Type="http://schemas.openxmlformats.org/officeDocument/2006/relationships/customXml" Target="../ink/ink134.xml"/><Relationship Id="rId10" Type="http://schemas.openxmlformats.org/officeDocument/2006/relationships/image" Target="../media/image127.png"/><Relationship Id="rId31" Type="http://schemas.openxmlformats.org/officeDocument/2006/relationships/customXml" Target="../ink/ink121.xml"/><Relationship Id="rId44" Type="http://schemas.openxmlformats.org/officeDocument/2006/relationships/image" Target="../media/image145.png"/><Relationship Id="rId52" Type="http://schemas.openxmlformats.org/officeDocument/2006/relationships/image" Target="../media/image149.png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66.png"/><Relationship Id="rId21" Type="http://schemas.openxmlformats.org/officeDocument/2006/relationships/customXml" Target="../ink/ink144.xml"/><Relationship Id="rId42" Type="http://schemas.openxmlformats.org/officeDocument/2006/relationships/customXml" Target="../ink/ink156.xml"/><Relationship Id="rId47" Type="http://schemas.openxmlformats.org/officeDocument/2006/relationships/image" Target="../media/image175.png"/><Relationship Id="rId63" Type="http://schemas.openxmlformats.org/officeDocument/2006/relationships/image" Target="../media/image180.png"/><Relationship Id="rId68" Type="http://schemas.openxmlformats.org/officeDocument/2006/relationships/image" Target="../media/image183.png"/><Relationship Id="rId84" Type="http://schemas.openxmlformats.org/officeDocument/2006/relationships/image" Target="../media/image191.png"/><Relationship Id="rId89" Type="http://schemas.openxmlformats.org/officeDocument/2006/relationships/customXml" Target="../ink/ink182.xml"/><Relationship Id="rId112" Type="http://schemas.openxmlformats.org/officeDocument/2006/relationships/image" Target="../media/image205.png"/><Relationship Id="rId16" Type="http://schemas.openxmlformats.org/officeDocument/2006/relationships/image" Target="../media/image161.png"/><Relationship Id="rId107" Type="http://schemas.openxmlformats.org/officeDocument/2006/relationships/customXml" Target="../ink/ink191.xml"/><Relationship Id="rId11" Type="http://schemas.openxmlformats.org/officeDocument/2006/relationships/customXml" Target="../ink/ink139.xml"/><Relationship Id="rId32" Type="http://schemas.openxmlformats.org/officeDocument/2006/relationships/image" Target="../media/image168.png"/><Relationship Id="rId37" Type="http://schemas.openxmlformats.org/officeDocument/2006/relationships/customXml" Target="../ink/ink153.xml"/><Relationship Id="rId53" Type="http://schemas.openxmlformats.org/officeDocument/2006/relationships/customXml" Target="../ink/ink162.xml"/><Relationship Id="rId58" Type="http://schemas.openxmlformats.org/officeDocument/2006/relationships/image" Target="../media/image179.png"/><Relationship Id="rId74" Type="http://schemas.openxmlformats.org/officeDocument/2006/relationships/image" Target="../media/image186.png"/><Relationship Id="rId79" Type="http://schemas.openxmlformats.org/officeDocument/2006/relationships/customXml" Target="../ink/ink177.xml"/><Relationship Id="rId102" Type="http://schemas.openxmlformats.org/officeDocument/2006/relationships/image" Target="../media/image200.png"/><Relationship Id="rId5" Type="http://schemas.openxmlformats.org/officeDocument/2006/relationships/customXml" Target="../ink/ink136.xml"/><Relationship Id="rId90" Type="http://schemas.openxmlformats.org/officeDocument/2006/relationships/image" Target="../media/image194.png"/><Relationship Id="rId95" Type="http://schemas.openxmlformats.org/officeDocument/2006/relationships/customXml" Target="../ink/ink185.xml"/><Relationship Id="rId22" Type="http://schemas.openxmlformats.org/officeDocument/2006/relationships/image" Target="../media/image164.png"/><Relationship Id="rId27" Type="http://schemas.openxmlformats.org/officeDocument/2006/relationships/customXml" Target="../ink/ink147.xml"/><Relationship Id="rId43" Type="http://schemas.openxmlformats.org/officeDocument/2006/relationships/image" Target="../media/image173.png"/><Relationship Id="rId48" Type="http://schemas.openxmlformats.org/officeDocument/2006/relationships/customXml" Target="../ink/ink159.xml"/><Relationship Id="rId64" Type="http://schemas.openxmlformats.org/officeDocument/2006/relationships/customXml" Target="../ink/ink170.xml"/><Relationship Id="rId69" Type="http://schemas.openxmlformats.org/officeDocument/2006/relationships/customXml" Target="../ink/ink172.xml"/><Relationship Id="rId113" Type="http://schemas.openxmlformats.org/officeDocument/2006/relationships/customXml" Target="../ink/ink194.xml"/><Relationship Id="rId80" Type="http://schemas.openxmlformats.org/officeDocument/2006/relationships/image" Target="../media/image189.png"/><Relationship Id="rId85" Type="http://schemas.openxmlformats.org/officeDocument/2006/relationships/customXml" Target="../ink/ink180.xml"/><Relationship Id="rId12" Type="http://schemas.openxmlformats.org/officeDocument/2006/relationships/image" Target="../media/image159.png"/><Relationship Id="rId17" Type="http://schemas.openxmlformats.org/officeDocument/2006/relationships/customXml" Target="../ink/ink142.xml"/><Relationship Id="rId33" Type="http://schemas.openxmlformats.org/officeDocument/2006/relationships/customXml" Target="../ink/ink151.xml"/><Relationship Id="rId38" Type="http://schemas.openxmlformats.org/officeDocument/2006/relationships/image" Target="../media/image171.png"/><Relationship Id="rId59" Type="http://schemas.openxmlformats.org/officeDocument/2006/relationships/customXml" Target="../ink/ink166.xml"/><Relationship Id="rId103" Type="http://schemas.openxmlformats.org/officeDocument/2006/relationships/customXml" Target="../ink/ink189.xml"/><Relationship Id="rId108" Type="http://schemas.openxmlformats.org/officeDocument/2006/relationships/image" Target="../media/image203.png"/><Relationship Id="rId54" Type="http://schemas.openxmlformats.org/officeDocument/2006/relationships/customXml" Target="../ink/ink163.xml"/><Relationship Id="rId70" Type="http://schemas.openxmlformats.org/officeDocument/2006/relationships/image" Target="../media/image184.png"/><Relationship Id="rId75" Type="http://schemas.openxmlformats.org/officeDocument/2006/relationships/customXml" Target="../ink/ink175.xml"/><Relationship Id="rId91" Type="http://schemas.openxmlformats.org/officeDocument/2006/relationships/customXml" Target="../ink/ink183.xml"/><Relationship Id="rId96" Type="http://schemas.openxmlformats.org/officeDocument/2006/relationships/image" Target="../media/image19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6.png"/><Relationship Id="rId15" Type="http://schemas.openxmlformats.org/officeDocument/2006/relationships/customXml" Target="../ink/ink141.xml"/><Relationship Id="rId23" Type="http://schemas.openxmlformats.org/officeDocument/2006/relationships/customXml" Target="../ink/ink145.xml"/><Relationship Id="rId28" Type="http://schemas.openxmlformats.org/officeDocument/2006/relationships/image" Target="../media/image167.png"/><Relationship Id="rId36" Type="http://schemas.openxmlformats.org/officeDocument/2006/relationships/image" Target="../media/image170.png"/><Relationship Id="rId49" Type="http://schemas.openxmlformats.org/officeDocument/2006/relationships/customXml" Target="../ink/ink160.xml"/><Relationship Id="rId57" Type="http://schemas.openxmlformats.org/officeDocument/2006/relationships/customXml" Target="../ink/ink165.xml"/><Relationship Id="rId106" Type="http://schemas.openxmlformats.org/officeDocument/2006/relationships/image" Target="../media/image202.png"/><Relationship Id="rId114" Type="http://schemas.openxmlformats.org/officeDocument/2006/relationships/image" Target="../media/image206.png"/><Relationship Id="rId10" Type="http://schemas.openxmlformats.org/officeDocument/2006/relationships/image" Target="../media/image158.png"/><Relationship Id="rId31" Type="http://schemas.openxmlformats.org/officeDocument/2006/relationships/customXml" Target="../ink/ink150.xml"/><Relationship Id="rId44" Type="http://schemas.openxmlformats.org/officeDocument/2006/relationships/customXml" Target="../ink/ink157.xml"/><Relationship Id="rId52" Type="http://schemas.openxmlformats.org/officeDocument/2006/relationships/image" Target="../media/image177.png"/><Relationship Id="rId60" Type="http://schemas.openxmlformats.org/officeDocument/2006/relationships/customXml" Target="../ink/ink167.xml"/><Relationship Id="rId65" Type="http://schemas.openxmlformats.org/officeDocument/2006/relationships/image" Target="../media/image181.png"/><Relationship Id="rId73" Type="http://schemas.openxmlformats.org/officeDocument/2006/relationships/customXml" Target="../ink/ink174.xml"/><Relationship Id="rId78" Type="http://schemas.openxmlformats.org/officeDocument/2006/relationships/image" Target="../media/image188.png"/><Relationship Id="rId81" Type="http://schemas.openxmlformats.org/officeDocument/2006/relationships/customXml" Target="../ink/ink178.xml"/><Relationship Id="rId86" Type="http://schemas.openxmlformats.org/officeDocument/2006/relationships/image" Target="../media/image192.png"/><Relationship Id="rId94" Type="http://schemas.openxmlformats.org/officeDocument/2006/relationships/image" Target="../media/image196.png"/><Relationship Id="rId99" Type="http://schemas.openxmlformats.org/officeDocument/2006/relationships/customXml" Target="../ink/ink187.xml"/><Relationship Id="rId101" Type="http://schemas.openxmlformats.org/officeDocument/2006/relationships/customXml" Target="../ink/ink188.xml"/><Relationship Id="rId4" Type="http://schemas.openxmlformats.org/officeDocument/2006/relationships/image" Target="../media/image155.png"/><Relationship Id="rId9" Type="http://schemas.openxmlformats.org/officeDocument/2006/relationships/customXml" Target="../ink/ink138.xml"/><Relationship Id="rId13" Type="http://schemas.openxmlformats.org/officeDocument/2006/relationships/customXml" Target="../ink/ink140.xml"/><Relationship Id="rId18" Type="http://schemas.openxmlformats.org/officeDocument/2006/relationships/image" Target="../media/image162.png"/><Relationship Id="rId39" Type="http://schemas.openxmlformats.org/officeDocument/2006/relationships/customXml" Target="../ink/ink154.xml"/><Relationship Id="rId109" Type="http://schemas.openxmlformats.org/officeDocument/2006/relationships/customXml" Target="../ink/ink192.xml"/><Relationship Id="rId34" Type="http://schemas.openxmlformats.org/officeDocument/2006/relationships/image" Target="../media/image169.png"/><Relationship Id="rId50" Type="http://schemas.openxmlformats.org/officeDocument/2006/relationships/image" Target="../media/image176.png"/><Relationship Id="rId55" Type="http://schemas.openxmlformats.org/officeDocument/2006/relationships/image" Target="../media/image178.png"/><Relationship Id="rId76" Type="http://schemas.openxmlformats.org/officeDocument/2006/relationships/image" Target="../media/image187.png"/><Relationship Id="rId97" Type="http://schemas.openxmlformats.org/officeDocument/2006/relationships/customXml" Target="../ink/ink186.xml"/><Relationship Id="rId104" Type="http://schemas.openxmlformats.org/officeDocument/2006/relationships/image" Target="../media/image201.png"/><Relationship Id="rId7" Type="http://schemas.openxmlformats.org/officeDocument/2006/relationships/customXml" Target="../ink/ink137.xml"/><Relationship Id="rId71" Type="http://schemas.openxmlformats.org/officeDocument/2006/relationships/customXml" Target="../ink/ink173.xml"/><Relationship Id="rId92" Type="http://schemas.openxmlformats.org/officeDocument/2006/relationships/image" Target="../media/image195.png"/><Relationship Id="rId2" Type="http://schemas.openxmlformats.org/officeDocument/2006/relationships/image" Target="../media/image154.jpeg"/><Relationship Id="rId29" Type="http://schemas.openxmlformats.org/officeDocument/2006/relationships/customXml" Target="../ink/ink148.xml"/><Relationship Id="rId24" Type="http://schemas.openxmlformats.org/officeDocument/2006/relationships/image" Target="../media/image165.png"/><Relationship Id="rId40" Type="http://schemas.openxmlformats.org/officeDocument/2006/relationships/image" Target="../media/image172.png"/><Relationship Id="rId45" Type="http://schemas.openxmlformats.org/officeDocument/2006/relationships/image" Target="../media/image174.png"/><Relationship Id="rId66" Type="http://schemas.openxmlformats.org/officeDocument/2006/relationships/image" Target="../media/image182.jpeg"/><Relationship Id="rId87" Type="http://schemas.openxmlformats.org/officeDocument/2006/relationships/customXml" Target="../ink/ink181.xml"/><Relationship Id="rId110" Type="http://schemas.openxmlformats.org/officeDocument/2006/relationships/image" Target="../media/image204.png"/><Relationship Id="rId61" Type="http://schemas.openxmlformats.org/officeDocument/2006/relationships/customXml" Target="../ink/ink168.xml"/><Relationship Id="rId82" Type="http://schemas.openxmlformats.org/officeDocument/2006/relationships/image" Target="../media/image190.png"/><Relationship Id="rId19" Type="http://schemas.openxmlformats.org/officeDocument/2006/relationships/customXml" Target="../ink/ink143.xml"/><Relationship Id="rId14" Type="http://schemas.openxmlformats.org/officeDocument/2006/relationships/image" Target="../media/image160.png"/><Relationship Id="rId30" Type="http://schemas.openxmlformats.org/officeDocument/2006/relationships/customXml" Target="../ink/ink149.xml"/><Relationship Id="rId35" Type="http://schemas.openxmlformats.org/officeDocument/2006/relationships/customXml" Target="../ink/ink152.xml"/><Relationship Id="rId56" Type="http://schemas.openxmlformats.org/officeDocument/2006/relationships/customXml" Target="../ink/ink164.xml"/><Relationship Id="rId77" Type="http://schemas.openxmlformats.org/officeDocument/2006/relationships/customXml" Target="../ink/ink176.xml"/><Relationship Id="rId100" Type="http://schemas.openxmlformats.org/officeDocument/2006/relationships/image" Target="../media/image199.png"/><Relationship Id="rId105" Type="http://schemas.openxmlformats.org/officeDocument/2006/relationships/customXml" Target="../ink/ink190.xml"/><Relationship Id="rId8" Type="http://schemas.openxmlformats.org/officeDocument/2006/relationships/image" Target="../media/image157.png"/><Relationship Id="rId51" Type="http://schemas.openxmlformats.org/officeDocument/2006/relationships/customXml" Target="../ink/ink161.xml"/><Relationship Id="rId72" Type="http://schemas.openxmlformats.org/officeDocument/2006/relationships/image" Target="../media/image185.png"/><Relationship Id="rId93" Type="http://schemas.openxmlformats.org/officeDocument/2006/relationships/customXml" Target="../ink/ink184.xml"/><Relationship Id="rId98" Type="http://schemas.openxmlformats.org/officeDocument/2006/relationships/image" Target="../media/image198.png"/><Relationship Id="rId3" Type="http://schemas.openxmlformats.org/officeDocument/2006/relationships/customXml" Target="../ink/ink135.xml"/><Relationship Id="rId25" Type="http://schemas.openxmlformats.org/officeDocument/2006/relationships/customXml" Target="../ink/ink146.xml"/><Relationship Id="rId46" Type="http://schemas.openxmlformats.org/officeDocument/2006/relationships/customXml" Target="../ink/ink158.xml"/><Relationship Id="rId67" Type="http://schemas.openxmlformats.org/officeDocument/2006/relationships/customXml" Target="../ink/ink171.xml"/><Relationship Id="rId20" Type="http://schemas.openxmlformats.org/officeDocument/2006/relationships/image" Target="../media/image163.png"/><Relationship Id="rId41" Type="http://schemas.openxmlformats.org/officeDocument/2006/relationships/customXml" Target="../ink/ink155.xml"/><Relationship Id="rId62" Type="http://schemas.openxmlformats.org/officeDocument/2006/relationships/customXml" Target="../ink/ink169.xml"/><Relationship Id="rId83" Type="http://schemas.openxmlformats.org/officeDocument/2006/relationships/customXml" Target="../ink/ink179.xml"/><Relationship Id="rId88" Type="http://schemas.openxmlformats.org/officeDocument/2006/relationships/image" Target="../media/image193.png"/><Relationship Id="rId111" Type="http://schemas.openxmlformats.org/officeDocument/2006/relationships/customXml" Target="../ink/ink19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png"/><Relationship Id="rId13" Type="http://schemas.openxmlformats.org/officeDocument/2006/relationships/customXml" Target="../ink/ink200.xml"/><Relationship Id="rId18" Type="http://schemas.openxmlformats.org/officeDocument/2006/relationships/image" Target="../media/image215.png"/><Relationship Id="rId26" Type="http://schemas.openxmlformats.org/officeDocument/2006/relationships/image" Target="../media/image183.png"/><Relationship Id="rId3" Type="http://schemas.openxmlformats.org/officeDocument/2006/relationships/customXml" Target="../ink/ink195.xml"/><Relationship Id="rId21" Type="http://schemas.openxmlformats.org/officeDocument/2006/relationships/customXml" Target="../ink/ink204.xml"/><Relationship Id="rId7" Type="http://schemas.openxmlformats.org/officeDocument/2006/relationships/customXml" Target="../ink/ink197.xml"/><Relationship Id="rId12" Type="http://schemas.openxmlformats.org/officeDocument/2006/relationships/image" Target="../media/image212.png"/><Relationship Id="rId17" Type="http://schemas.openxmlformats.org/officeDocument/2006/relationships/customXml" Target="../ink/ink202.xml"/><Relationship Id="rId25" Type="http://schemas.openxmlformats.org/officeDocument/2006/relationships/customXml" Target="../ink/ink206.xml"/><Relationship Id="rId2" Type="http://schemas.openxmlformats.org/officeDocument/2006/relationships/image" Target="../media/image207.jpeg"/><Relationship Id="rId16" Type="http://schemas.openxmlformats.org/officeDocument/2006/relationships/image" Target="../media/image214.png"/><Relationship Id="rId20" Type="http://schemas.openxmlformats.org/officeDocument/2006/relationships/image" Target="../media/image2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9.png"/><Relationship Id="rId11" Type="http://schemas.openxmlformats.org/officeDocument/2006/relationships/customXml" Target="../ink/ink199.xml"/><Relationship Id="rId24" Type="http://schemas.openxmlformats.org/officeDocument/2006/relationships/image" Target="../media/image218.png"/><Relationship Id="rId5" Type="http://schemas.openxmlformats.org/officeDocument/2006/relationships/customXml" Target="../ink/ink196.xml"/><Relationship Id="rId15" Type="http://schemas.openxmlformats.org/officeDocument/2006/relationships/customXml" Target="../ink/ink201.xml"/><Relationship Id="rId23" Type="http://schemas.openxmlformats.org/officeDocument/2006/relationships/customXml" Target="../ink/ink205.xml"/><Relationship Id="rId10" Type="http://schemas.openxmlformats.org/officeDocument/2006/relationships/image" Target="../media/image211.png"/><Relationship Id="rId19" Type="http://schemas.openxmlformats.org/officeDocument/2006/relationships/customXml" Target="../ink/ink203.xml"/><Relationship Id="rId4" Type="http://schemas.openxmlformats.org/officeDocument/2006/relationships/image" Target="../media/image208.png"/><Relationship Id="rId9" Type="http://schemas.openxmlformats.org/officeDocument/2006/relationships/customXml" Target="../ink/ink198.xml"/><Relationship Id="rId14" Type="http://schemas.openxmlformats.org/officeDocument/2006/relationships/image" Target="../media/image213.png"/><Relationship Id="rId22" Type="http://schemas.openxmlformats.org/officeDocument/2006/relationships/image" Target="../media/image217.png"/></Relationships>
</file>

<file path=ppt/slides/_rels/slide2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31.png"/><Relationship Id="rId21" Type="http://schemas.openxmlformats.org/officeDocument/2006/relationships/customXml" Target="../ink/ink216.xml"/><Relationship Id="rId42" Type="http://schemas.openxmlformats.org/officeDocument/2006/relationships/image" Target="../media/image239.png"/><Relationship Id="rId47" Type="http://schemas.openxmlformats.org/officeDocument/2006/relationships/customXml" Target="../ink/ink229.xml"/><Relationship Id="rId63" Type="http://schemas.openxmlformats.org/officeDocument/2006/relationships/customXml" Target="../ink/ink237.xml"/><Relationship Id="rId68" Type="http://schemas.openxmlformats.org/officeDocument/2006/relationships/image" Target="../media/image252.png"/><Relationship Id="rId2" Type="http://schemas.openxmlformats.org/officeDocument/2006/relationships/image" Target="../media/image219.jpeg"/><Relationship Id="rId16" Type="http://schemas.openxmlformats.org/officeDocument/2006/relationships/image" Target="../media/image226.png"/><Relationship Id="rId29" Type="http://schemas.openxmlformats.org/officeDocument/2006/relationships/customXml" Target="../ink/ink220.xml"/><Relationship Id="rId11" Type="http://schemas.openxmlformats.org/officeDocument/2006/relationships/customXml" Target="../ink/ink211.xml"/><Relationship Id="rId24" Type="http://schemas.openxmlformats.org/officeDocument/2006/relationships/image" Target="../media/image230.png"/><Relationship Id="rId32" Type="http://schemas.openxmlformats.org/officeDocument/2006/relationships/image" Target="../media/image234.png"/><Relationship Id="rId37" Type="http://schemas.openxmlformats.org/officeDocument/2006/relationships/customXml" Target="../ink/ink224.xml"/><Relationship Id="rId40" Type="http://schemas.openxmlformats.org/officeDocument/2006/relationships/image" Target="../media/image238.png"/><Relationship Id="rId45" Type="http://schemas.openxmlformats.org/officeDocument/2006/relationships/customXml" Target="../ink/ink228.xml"/><Relationship Id="rId53" Type="http://schemas.openxmlformats.org/officeDocument/2006/relationships/customXml" Target="../ink/ink232.xml"/><Relationship Id="rId58" Type="http://schemas.openxmlformats.org/officeDocument/2006/relationships/image" Target="../media/image247.png"/><Relationship Id="rId66" Type="http://schemas.openxmlformats.org/officeDocument/2006/relationships/image" Target="../media/image251.png"/><Relationship Id="rId74" Type="http://schemas.openxmlformats.org/officeDocument/2006/relationships/image" Target="../media/image255.png"/><Relationship Id="rId5" Type="http://schemas.openxmlformats.org/officeDocument/2006/relationships/customXml" Target="../ink/ink208.xml"/><Relationship Id="rId61" Type="http://schemas.openxmlformats.org/officeDocument/2006/relationships/customXml" Target="../ink/ink236.xml"/><Relationship Id="rId19" Type="http://schemas.openxmlformats.org/officeDocument/2006/relationships/customXml" Target="../ink/ink215.xml"/><Relationship Id="rId14" Type="http://schemas.openxmlformats.org/officeDocument/2006/relationships/image" Target="../media/image225.png"/><Relationship Id="rId22" Type="http://schemas.openxmlformats.org/officeDocument/2006/relationships/image" Target="../media/image229.png"/><Relationship Id="rId27" Type="http://schemas.openxmlformats.org/officeDocument/2006/relationships/customXml" Target="../ink/ink219.xml"/><Relationship Id="rId30" Type="http://schemas.openxmlformats.org/officeDocument/2006/relationships/image" Target="../media/image233.png"/><Relationship Id="rId35" Type="http://schemas.openxmlformats.org/officeDocument/2006/relationships/customXml" Target="../ink/ink223.xml"/><Relationship Id="rId43" Type="http://schemas.openxmlformats.org/officeDocument/2006/relationships/customXml" Target="../ink/ink227.xml"/><Relationship Id="rId48" Type="http://schemas.openxmlformats.org/officeDocument/2006/relationships/image" Target="../media/image242.png"/><Relationship Id="rId56" Type="http://schemas.openxmlformats.org/officeDocument/2006/relationships/image" Target="../media/image246.png"/><Relationship Id="rId64" Type="http://schemas.openxmlformats.org/officeDocument/2006/relationships/image" Target="../media/image250.png"/><Relationship Id="rId69" Type="http://schemas.openxmlformats.org/officeDocument/2006/relationships/customXml" Target="../ink/ink240.xml"/><Relationship Id="rId8" Type="http://schemas.openxmlformats.org/officeDocument/2006/relationships/image" Target="../media/image222.png"/><Relationship Id="rId51" Type="http://schemas.openxmlformats.org/officeDocument/2006/relationships/customXml" Target="../ink/ink231.xml"/><Relationship Id="rId72" Type="http://schemas.openxmlformats.org/officeDocument/2006/relationships/image" Target="../media/image254.png"/><Relationship Id="rId3" Type="http://schemas.openxmlformats.org/officeDocument/2006/relationships/customXml" Target="../ink/ink207.xml"/><Relationship Id="rId12" Type="http://schemas.openxmlformats.org/officeDocument/2006/relationships/image" Target="../media/image224.png"/><Relationship Id="rId17" Type="http://schemas.openxmlformats.org/officeDocument/2006/relationships/customXml" Target="../ink/ink214.xml"/><Relationship Id="rId25" Type="http://schemas.openxmlformats.org/officeDocument/2006/relationships/customXml" Target="../ink/ink218.xml"/><Relationship Id="rId33" Type="http://schemas.openxmlformats.org/officeDocument/2006/relationships/customXml" Target="../ink/ink222.xml"/><Relationship Id="rId38" Type="http://schemas.openxmlformats.org/officeDocument/2006/relationships/image" Target="../media/image237.png"/><Relationship Id="rId46" Type="http://schemas.openxmlformats.org/officeDocument/2006/relationships/image" Target="../media/image241.png"/><Relationship Id="rId59" Type="http://schemas.openxmlformats.org/officeDocument/2006/relationships/customXml" Target="../ink/ink235.xml"/><Relationship Id="rId67" Type="http://schemas.openxmlformats.org/officeDocument/2006/relationships/customXml" Target="../ink/ink239.xml"/><Relationship Id="rId20" Type="http://schemas.openxmlformats.org/officeDocument/2006/relationships/image" Target="../media/image228.png"/><Relationship Id="rId41" Type="http://schemas.openxmlformats.org/officeDocument/2006/relationships/customXml" Target="../ink/ink226.xml"/><Relationship Id="rId54" Type="http://schemas.openxmlformats.org/officeDocument/2006/relationships/image" Target="../media/image245.png"/><Relationship Id="rId62" Type="http://schemas.openxmlformats.org/officeDocument/2006/relationships/image" Target="../media/image249.png"/><Relationship Id="rId70" Type="http://schemas.openxmlformats.org/officeDocument/2006/relationships/image" Target="../media/image253.png"/><Relationship Id="rId75" Type="http://schemas.openxmlformats.org/officeDocument/2006/relationships/customXml" Target="../ink/ink2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1.png"/><Relationship Id="rId15" Type="http://schemas.openxmlformats.org/officeDocument/2006/relationships/customXml" Target="../ink/ink213.xml"/><Relationship Id="rId23" Type="http://schemas.openxmlformats.org/officeDocument/2006/relationships/customXml" Target="../ink/ink217.xml"/><Relationship Id="rId28" Type="http://schemas.openxmlformats.org/officeDocument/2006/relationships/image" Target="../media/image232.png"/><Relationship Id="rId36" Type="http://schemas.openxmlformats.org/officeDocument/2006/relationships/image" Target="../media/image236.png"/><Relationship Id="rId49" Type="http://schemas.openxmlformats.org/officeDocument/2006/relationships/customXml" Target="../ink/ink230.xml"/><Relationship Id="rId57" Type="http://schemas.openxmlformats.org/officeDocument/2006/relationships/customXml" Target="../ink/ink234.xml"/><Relationship Id="rId10" Type="http://schemas.openxmlformats.org/officeDocument/2006/relationships/image" Target="../media/image223.png"/><Relationship Id="rId31" Type="http://schemas.openxmlformats.org/officeDocument/2006/relationships/customXml" Target="../ink/ink221.xml"/><Relationship Id="rId44" Type="http://schemas.openxmlformats.org/officeDocument/2006/relationships/image" Target="../media/image240.png"/><Relationship Id="rId52" Type="http://schemas.openxmlformats.org/officeDocument/2006/relationships/image" Target="../media/image244.png"/><Relationship Id="rId60" Type="http://schemas.openxmlformats.org/officeDocument/2006/relationships/image" Target="../media/image248.png"/><Relationship Id="rId65" Type="http://schemas.openxmlformats.org/officeDocument/2006/relationships/customXml" Target="../ink/ink238.xml"/><Relationship Id="rId73" Type="http://schemas.openxmlformats.org/officeDocument/2006/relationships/customXml" Target="../ink/ink242.xml"/><Relationship Id="rId4" Type="http://schemas.openxmlformats.org/officeDocument/2006/relationships/image" Target="../media/image220.png"/><Relationship Id="rId9" Type="http://schemas.openxmlformats.org/officeDocument/2006/relationships/customXml" Target="../ink/ink210.xml"/><Relationship Id="rId13" Type="http://schemas.openxmlformats.org/officeDocument/2006/relationships/customXml" Target="../ink/ink212.xml"/><Relationship Id="rId18" Type="http://schemas.openxmlformats.org/officeDocument/2006/relationships/image" Target="../media/image227.png"/><Relationship Id="rId39" Type="http://schemas.openxmlformats.org/officeDocument/2006/relationships/customXml" Target="../ink/ink225.xml"/><Relationship Id="rId34" Type="http://schemas.openxmlformats.org/officeDocument/2006/relationships/image" Target="../media/image235.png"/><Relationship Id="rId50" Type="http://schemas.openxmlformats.org/officeDocument/2006/relationships/image" Target="../media/image243.png"/><Relationship Id="rId55" Type="http://schemas.openxmlformats.org/officeDocument/2006/relationships/customXml" Target="../ink/ink233.xml"/><Relationship Id="rId76" Type="http://schemas.openxmlformats.org/officeDocument/2006/relationships/image" Target="../media/image256.png"/><Relationship Id="rId7" Type="http://schemas.openxmlformats.org/officeDocument/2006/relationships/customXml" Target="../ink/ink209.xml"/><Relationship Id="rId71" Type="http://schemas.openxmlformats.org/officeDocument/2006/relationships/customXml" Target="../ink/ink24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13" Type="http://schemas.openxmlformats.org/officeDocument/2006/relationships/customXml" Target="../ink/ink249.xml"/><Relationship Id="rId18" Type="http://schemas.openxmlformats.org/officeDocument/2006/relationships/image" Target="../media/image265.png"/><Relationship Id="rId26" Type="http://schemas.openxmlformats.org/officeDocument/2006/relationships/image" Target="../media/image269.png"/><Relationship Id="rId3" Type="http://schemas.openxmlformats.org/officeDocument/2006/relationships/customXml" Target="../ink/ink244.xml"/><Relationship Id="rId21" Type="http://schemas.openxmlformats.org/officeDocument/2006/relationships/customXml" Target="../ink/ink253.xml"/><Relationship Id="rId7" Type="http://schemas.openxmlformats.org/officeDocument/2006/relationships/customXml" Target="../ink/ink246.xml"/><Relationship Id="rId12" Type="http://schemas.openxmlformats.org/officeDocument/2006/relationships/image" Target="../media/image262.png"/><Relationship Id="rId17" Type="http://schemas.openxmlformats.org/officeDocument/2006/relationships/customXml" Target="../ink/ink251.xml"/><Relationship Id="rId25" Type="http://schemas.openxmlformats.org/officeDocument/2006/relationships/customXml" Target="../ink/ink255.xml"/><Relationship Id="rId2" Type="http://schemas.openxmlformats.org/officeDocument/2006/relationships/image" Target="../media/image257.jpeg"/><Relationship Id="rId16" Type="http://schemas.openxmlformats.org/officeDocument/2006/relationships/image" Target="../media/image264.png"/><Relationship Id="rId20" Type="http://schemas.openxmlformats.org/officeDocument/2006/relationships/image" Target="../media/image266.png"/><Relationship Id="rId29" Type="http://schemas.openxmlformats.org/officeDocument/2006/relationships/customXml" Target="../ink/ink2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9.png"/><Relationship Id="rId11" Type="http://schemas.openxmlformats.org/officeDocument/2006/relationships/customXml" Target="../ink/ink248.xml"/><Relationship Id="rId24" Type="http://schemas.openxmlformats.org/officeDocument/2006/relationships/image" Target="../media/image268.png"/><Relationship Id="rId5" Type="http://schemas.openxmlformats.org/officeDocument/2006/relationships/customXml" Target="../ink/ink245.xml"/><Relationship Id="rId15" Type="http://schemas.openxmlformats.org/officeDocument/2006/relationships/customXml" Target="../ink/ink250.xml"/><Relationship Id="rId23" Type="http://schemas.openxmlformats.org/officeDocument/2006/relationships/customXml" Target="../ink/ink254.xml"/><Relationship Id="rId28" Type="http://schemas.openxmlformats.org/officeDocument/2006/relationships/image" Target="../media/image270.png"/><Relationship Id="rId10" Type="http://schemas.openxmlformats.org/officeDocument/2006/relationships/image" Target="../media/image261.png"/><Relationship Id="rId19" Type="http://schemas.openxmlformats.org/officeDocument/2006/relationships/customXml" Target="../ink/ink252.xml"/><Relationship Id="rId4" Type="http://schemas.openxmlformats.org/officeDocument/2006/relationships/image" Target="../media/image258.png"/><Relationship Id="rId9" Type="http://schemas.openxmlformats.org/officeDocument/2006/relationships/customXml" Target="../ink/ink247.xml"/><Relationship Id="rId14" Type="http://schemas.openxmlformats.org/officeDocument/2006/relationships/image" Target="../media/image263.png"/><Relationship Id="rId22" Type="http://schemas.openxmlformats.org/officeDocument/2006/relationships/image" Target="../media/image267.png"/><Relationship Id="rId27" Type="http://schemas.openxmlformats.org/officeDocument/2006/relationships/customXml" Target="../ink/ink256.xml"/><Relationship Id="rId30" Type="http://schemas.openxmlformats.org/officeDocument/2006/relationships/image" Target="../media/image27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10E7459-9899-8CAE-2DED-A73E1E058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27" y="462195"/>
            <a:ext cx="6943492" cy="33874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13E5E8-801D-213E-0DCC-79DBCA710E32}"/>
              </a:ext>
            </a:extLst>
          </p:cNvPr>
          <p:cNvSpPr txBox="1"/>
          <p:nvPr/>
        </p:nvSpPr>
        <p:spPr>
          <a:xfrm>
            <a:off x="7911790" y="1286107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ea typeface="Calibri"/>
                <a:cs typeface="Calibri"/>
              </a:rPr>
              <a:t>Bmx</a:t>
            </a:r>
            <a:r>
              <a:rPr lang="en-US" dirty="0">
                <a:ea typeface="Calibri"/>
                <a:cs typeface="Calibri"/>
              </a:rPr>
              <a:t> door :</a:t>
            </a:r>
          </a:p>
          <a:p>
            <a:r>
              <a:rPr lang="en-US" dirty="0">
                <a:ea typeface="Calibri"/>
                <a:cs typeface="Calibri"/>
              </a:rPr>
              <a:t>Exit not possible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7B9EFC4-8B10-6166-A63D-00BA3C359A94}"/>
                  </a:ext>
                </a:extLst>
              </p14:cNvPr>
              <p14:cNvContentPartPr/>
              <p14:nvPr/>
            </p14:nvContentPartPr>
            <p14:xfrm>
              <a:off x="2140561" y="4484141"/>
              <a:ext cx="381000" cy="504825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7B9EFC4-8B10-6166-A63D-00BA3C359A9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22724" y="4466434"/>
                <a:ext cx="416317" cy="54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CA61002-676D-6754-890E-B3B6CC9DE426}"/>
                  </a:ext>
                </a:extLst>
              </p14:cNvPr>
              <p14:cNvContentPartPr/>
              <p14:nvPr/>
            </p14:nvContentPartPr>
            <p14:xfrm>
              <a:off x="2581468" y="4587551"/>
              <a:ext cx="161925" cy="333374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CA61002-676D-6754-890E-B3B6CC9DE42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63394" y="4570005"/>
                <a:ext cx="198441" cy="3688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7EC4077-5116-CD75-9EE0-0F6BED9F8A31}"/>
                  </a:ext>
                </a:extLst>
              </p14:cNvPr>
              <p14:cNvContentPartPr/>
              <p14:nvPr/>
            </p14:nvContentPartPr>
            <p14:xfrm>
              <a:off x="2734087" y="4673140"/>
              <a:ext cx="247649" cy="219075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7EC4077-5116-CD75-9EE0-0F6BED9F8A3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16423" y="4655397"/>
                <a:ext cx="282624" cy="2549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8C1A27D-7DF7-5DEB-7974-243DABE90C86}"/>
                  </a:ext>
                </a:extLst>
              </p14:cNvPr>
              <p14:cNvContentPartPr/>
              <p14:nvPr/>
            </p14:nvContentPartPr>
            <p14:xfrm>
              <a:off x="3051260" y="4668294"/>
              <a:ext cx="238125" cy="28575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8C1A27D-7DF7-5DEB-7974-243DABE90C8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33569" y="4650093"/>
                <a:ext cx="273154" cy="3217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259805D-C0AC-EDF2-4F26-A98A3FD0D7D9}"/>
                  </a:ext>
                </a:extLst>
              </p14:cNvPr>
              <p14:cNvContentPartPr/>
              <p14:nvPr/>
            </p14:nvContentPartPr>
            <p14:xfrm>
              <a:off x="3397559" y="4665305"/>
              <a:ext cx="171449" cy="219075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259805D-C0AC-EDF2-4F26-A98A3FD0D7D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379760" y="4647609"/>
                <a:ext cx="207410" cy="2541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A6DC2E9-9A58-A615-30AD-D3B7D52F2525}"/>
                  </a:ext>
                </a:extLst>
              </p14:cNvPr>
              <p14:cNvContentPartPr/>
              <p14:nvPr/>
            </p14:nvContentPartPr>
            <p14:xfrm>
              <a:off x="3491204" y="4781938"/>
              <a:ext cx="152399" cy="1143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A6DC2E9-9A58-A615-30AD-D3B7D52F252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473606" y="4764567"/>
                <a:ext cx="187243" cy="1486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2508686-60A9-9157-47FD-9AEA85B99DA7}"/>
                  </a:ext>
                </a:extLst>
              </p14:cNvPr>
              <p14:cNvContentPartPr/>
              <p14:nvPr/>
            </p14:nvContentPartPr>
            <p14:xfrm>
              <a:off x="3786672" y="4719734"/>
              <a:ext cx="28575" cy="180975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2508686-60A9-9157-47FD-9AEA85B99DA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771114" y="4701636"/>
                <a:ext cx="60008" cy="216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EF8B3C4-6309-BF90-803E-7AA71BCF2603}"/>
                  </a:ext>
                </a:extLst>
              </p14:cNvPr>
              <p14:cNvContentPartPr/>
              <p14:nvPr/>
            </p14:nvContentPartPr>
            <p14:xfrm>
              <a:off x="3949625" y="4587839"/>
              <a:ext cx="152399" cy="276225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EF8B3C4-6309-BF90-803E-7AA71BCF260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931696" y="4570442"/>
                <a:ext cx="187899" cy="3113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0B374C5-39EA-2176-ED32-9204C603CB51}"/>
                  </a:ext>
                </a:extLst>
              </p14:cNvPr>
              <p14:cNvContentPartPr/>
              <p14:nvPr/>
            </p14:nvContentPartPr>
            <p14:xfrm>
              <a:off x="4182032" y="4587550"/>
              <a:ext cx="657224" cy="371475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0B374C5-39EA-2176-ED32-9204C603CB5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164153" y="4570014"/>
                <a:ext cx="692624" cy="40690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42512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FB0DF21-7F40-24B4-907D-09CD4C48D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527" y="495541"/>
            <a:ext cx="2743200" cy="134787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A7758E4-103D-B288-EE39-B0A0DD752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185" y="594140"/>
            <a:ext cx="2743200" cy="1338378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F5E73DBF-5F2C-829D-988D-C556F0AAAA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2156" y="870639"/>
            <a:ext cx="903250" cy="60977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6E799B4-D789-F65D-8A18-4C66644A41E6}"/>
                  </a:ext>
                </a:extLst>
              </p14:cNvPr>
              <p14:cNvContentPartPr/>
              <p14:nvPr/>
            </p14:nvContentPartPr>
            <p14:xfrm>
              <a:off x="4612741" y="789464"/>
              <a:ext cx="981075" cy="1905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6E799B4-D789-F65D-8A18-4C66644A41E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95028" y="771444"/>
                <a:ext cx="1016862" cy="2269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402DEAD-2D5D-DB5F-FC0E-DF3EE58EE8E5}"/>
                  </a:ext>
                </a:extLst>
              </p14:cNvPr>
              <p14:cNvContentPartPr/>
              <p14:nvPr/>
            </p14:nvContentPartPr>
            <p14:xfrm>
              <a:off x="5529145" y="1468243"/>
              <a:ext cx="904875" cy="20955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402DEAD-2D5D-DB5F-FC0E-DF3EE58EE8E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511191" y="1450261"/>
                <a:ext cx="940424" cy="245882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3C759F1A-3C79-F767-AAB9-D8FE3370B70E}"/>
              </a:ext>
            </a:extLst>
          </p:cNvPr>
          <p:cNvSpPr txBox="1"/>
          <p:nvPr/>
        </p:nvSpPr>
        <p:spPr>
          <a:xfrm>
            <a:off x="2275115" y="2508380"/>
            <a:ext cx="3862872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Please move the detailed picture nearer to the action button +</a:t>
            </a:r>
          </a:p>
          <a:p>
            <a:r>
              <a:rPr lang="en-US" dirty="0">
                <a:solidFill>
                  <a:srgbClr val="FF0000"/>
                </a:solidFill>
                <a:cs typeface="Calibri"/>
              </a:rPr>
              <a:t>There is an unwanted interaction with the cross to shut and the moving cylinder behind it.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6641C2F-2F3D-B10D-E47D-31DF91D767DC}"/>
                  </a:ext>
                </a:extLst>
              </p14:cNvPr>
              <p14:cNvContentPartPr/>
              <p14:nvPr/>
            </p14:nvContentPartPr>
            <p14:xfrm>
              <a:off x="2544525" y="4565146"/>
              <a:ext cx="276225" cy="352425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6641C2F-2F3D-B10D-E47D-31DF91D767D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526588" y="4547202"/>
                <a:ext cx="311740" cy="3879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F06B5E9-0D71-005E-784E-4D2B88350889}"/>
                  </a:ext>
                </a:extLst>
              </p14:cNvPr>
              <p14:cNvContentPartPr/>
              <p14:nvPr/>
            </p14:nvContentPartPr>
            <p14:xfrm>
              <a:off x="2931367" y="4635463"/>
              <a:ext cx="152399" cy="2667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F06B5E9-0D71-005E-784E-4D2B8835088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913850" y="4618131"/>
                <a:ext cx="187083" cy="3017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9B1CD7A-3526-225A-C5D1-51943B9606D1}"/>
                  </a:ext>
                </a:extLst>
              </p14:cNvPr>
              <p14:cNvContentPartPr/>
              <p14:nvPr/>
            </p14:nvContentPartPr>
            <p14:xfrm>
              <a:off x="3202982" y="4634203"/>
              <a:ext cx="171449" cy="295275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9B1CD7A-3526-225A-C5D1-51943B9606D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185625" y="4616176"/>
                <a:ext cx="206518" cy="3309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5B2BD60-ABAC-802A-8801-944639288C1C}"/>
                  </a:ext>
                </a:extLst>
              </p14:cNvPr>
              <p14:cNvContentPartPr/>
              <p14:nvPr/>
            </p14:nvContentPartPr>
            <p14:xfrm>
              <a:off x="3475653" y="4735285"/>
              <a:ext cx="38099" cy="180975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5B2BD60-ABAC-802A-8801-944639288C1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459778" y="4717472"/>
                <a:ext cx="69531" cy="2162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E8A3162-F0CF-E580-835B-ACE982F5FFC3}"/>
                  </a:ext>
                </a:extLst>
              </p14:cNvPr>
              <p14:cNvContentPartPr/>
              <p14:nvPr/>
            </p14:nvContentPartPr>
            <p14:xfrm>
              <a:off x="3359020" y="4681216"/>
              <a:ext cx="142874" cy="66675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E8A3162-F0CF-E580-835B-ACE982F5FFC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340977" y="4664032"/>
                <a:ext cx="179329" cy="1007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B6CCEE0-D1B7-B6DE-3F73-60DF44342D37}"/>
                  </a:ext>
                </a:extLst>
              </p14:cNvPr>
              <p14:cNvContentPartPr/>
              <p14:nvPr/>
            </p14:nvContentPartPr>
            <p14:xfrm>
              <a:off x="3809999" y="4665306"/>
              <a:ext cx="57150" cy="20955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B6CCEE0-D1B7-B6DE-3F73-60DF44342D37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792785" y="4647426"/>
                <a:ext cx="91233" cy="2449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5ADF399-3D04-9D6B-B0BE-6C45D331692E}"/>
                  </a:ext>
                </a:extLst>
              </p14:cNvPr>
              <p14:cNvContentPartPr/>
              <p14:nvPr/>
            </p14:nvContentPartPr>
            <p14:xfrm>
              <a:off x="3973285" y="4657530"/>
              <a:ext cx="28575" cy="2286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5ADF399-3D04-9D6B-B0BE-6C45D331692E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956616" y="4639550"/>
                <a:ext cx="62253" cy="2649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488B75C-DAC0-DE52-C0EB-29BDCCCBFF19}"/>
                  </a:ext>
                </a:extLst>
              </p14:cNvPr>
              <p14:cNvContentPartPr/>
              <p14:nvPr/>
            </p14:nvContentPartPr>
            <p14:xfrm>
              <a:off x="3856652" y="4774163"/>
              <a:ext cx="161925" cy="9524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488B75C-DAC0-DE52-C0EB-29BDCCCBFF19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838701" y="4740829"/>
                <a:ext cx="198193" cy="768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309310A-3756-5597-53C4-FCEF3BC498B7}"/>
                  </a:ext>
                </a:extLst>
              </p14:cNvPr>
              <p14:cNvContentPartPr/>
              <p14:nvPr/>
            </p14:nvContentPartPr>
            <p14:xfrm>
              <a:off x="4099038" y="4656373"/>
              <a:ext cx="238125" cy="276225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309310A-3756-5597-53C4-FCEF3BC498B7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081518" y="4638726"/>
                <a:ext cx="273522" cy="3118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0B3F6B8-FBF2-57C8-3BF7-5AE49FED9BEA}"/>
                  </a:ext>
                </a:extLst>
              </p14:cNvPr>
              <p14:cNvContentPartPr/>
              <p14:nvPr/>
            </p14:nvContentPartPr>
            <p14:xfrm>
              <a:off x="4206550" y="4758612"/>
              <a:ext cx="66675" cy="9524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0B3F6B8-FBF2-57C8-3BF7-5AE49FED9BEA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189709" y="4291936"/>
                <a:ext cx="100700" cy="95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CD52C43-5E6C-A2C5-19E4-9A3467AE7CB6}"/>
                  </a:ext>
                </a:extLst>
              </p14:cNvPr>
              <p14:cNvContentPartPr/>
              <p14:nvPr/>
            </p14:nvContentPartPr>
            <p14:xfrm>
              <a:off x="4400938" y="4673082"/>
              <a:ext cx="133350" cy="200024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CD52C43-5E6C-A2C5-19E4-9A3467AE7CB6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382987" y="4655131"/>
                <a:ext cx="169618" cy="2362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2569A26-1EC9-F958-73B4-D67D1BAAD11A}"/>
                  </a:ext>
                </a:extLst>
              </p14:cNvPr>
              <p14:cNvContentPartPr/>
              <p14:nvPr/>
            </p14:nvContentPartPr>
            <p14:xfrm>
              <a:off x="4641645" y="4688632"/>
              <a:ext cx="219075" cy="247649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2569A26-1EC9-F958-73B4-D67D1BAAD11A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623266" y="4671222"/>
                <a:ext cx="255465" cy="2828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160AF93-B50D-3C1D-AEE9-C5428A7F689B}"/>
                  </a:ext>
                </a:extLst>
              </p14:cNvPr>
              <p14:cNvContentPartPr/>
              <p14:nvPr/>
            </p14:nvContentPartPr>
            <p14:xfrm>
              <a:off x="4704183" y="4791319"/>
              <a:ext cx="19049" cy="9524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7160AF93-B50D-3C1D-AEE9-C5428A7F689B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684737" y="4779652"/>
                <a:ext cx="58338" cy="330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1D7DCCC-C9AC-56C5-9F27-C5A603A3C4FB}"/>
                  </a:ext>
                </a:extLst>
              </p14:cNvPr>
              <p14:cNvContentPartPr/>
              <p14:nvPr/>
            </p14:nvContentPartPr>
            <p14:xfrm>
              <a:off x="4649755" y="4614569"/>
              <a:ext cx="190500" cy="47624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1D7DCCC-C9AC-56C5-9F27-C5A603A3C4FB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4632143" y="4597800"/>
                <a:ext cx="226084" cy="8082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70081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757279B-28EE-24DE-FE36-661909472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27" y="496943"/>
            <a:ext cx="4945565" cy="24351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59ADF4-7EF5-4451-F822-48267CDD79A6}"/>
              </a:ext>
            </a:extLst>
          </p:cNvPr>
          <p:cNvSpPr txBox="1"/>
          <p:nvPr/>
        </p:nvSpPr>
        <p:spPr>
          <a:xfrm>
            <a:off x="6322741" y="840059"/>
            <a:ext cx="27432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Best practice</a:t>
            </a:r>
          </a:p>
          <a:p>
            <a:pPr marL="342900" indent="-342900">
              <a:buAutoNum type="arabicPeriod"/>
            </a:pPr>
            <a:r>
              <a:rPr lang="en-US" dirty="0">
                <a:ea typeface="Calibri"/>
                <a:cs typeface="Calibri"/>
              </a:rPr>
              <a:t>Picture is displayed within the field of view</a:t>
            </a:r>
          </a:p>
          <a:p>
            <a:pPr marL="342900" indent="-342900">
              <a:buAutoNum type="arabicPeriod"/>
            </a:pPr>
            <a:r>
              <a:rPr lang="en-US" dirty="0">
                <a:ea typeface="+mn-lt"/>
                <a:cs typeface="+mn-lt"/>
              </a:rPr>
              <a:t>A cross placed at the top right of the image allows you to close it</a:t>
            </a:r>
            <a:r>
              <a:rPr lang="en-US" dirty="0">
                <a:ea typeface="Calibri"/>
                <a:cs typeface="Calibri"/>
              </a:rPr>
              <a:t> </a:t>
            </a:r>
          </a:p>
        </p:txBody>
      </p:sp>
      <p:pic>
        <p:nvPicPr>
          <p:cNvPr id="4" name="Graphic 4" descr="Signe pouce en haut avec un remplissage uni">
            <a:extLst>
              <a:ext uri="{FF2B5EF4-FFF2-40B4-BE49-F238E27FC236}">
                <a16:creationId xmlns:a16="http://schemas.microsoft.com/office/drawing/2014/main" id="{45641A59-1E7C-14E8-11AB-764BED6BF3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1654" y="306472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092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 descr="Screenshot_20220525-145114_Oculus.jpg">
            <a:extLst>
              <a:ext uri="{FF2B5EF4-FFF2-40B4-BE49-F238E27FC236}">
                <a16:creationId xmlns:a16="http://schemas.microsoft.com/office/drawing/2014/main" id="{E706D6D4-3540-A70D-2EBB-59262262A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083" y="243418"/>
            <a:ext cx="2743199" cy="1334529"/>
          </a:xfrm>
          <a:prstGeom prst="rect">
            <a:avLst/>
          </a:prstGeom>
        </p:spPr>
      </p:pic>
      <p:pic>
        <p:nvPicPr>
          <p:cNvPr id="9" name="Picture 9" descr="Screenshot_20220525-145232_Oculus.jpg">
            <a:extLst>
              <a:ext uri="{FF2B5EF4-FFF2-40B4-BE49-F238E27FC236}">
                <a16:creationId xmlns:a16="http://schemas.microsoft.com/office/drawing/2014/main" id="{41D816B1-5DF9-6714-F694-DB7693689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620" y="178369"/>
            <a:ext cx="2743199" cy="1334529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BA7FA435-9FED-CE12-E8A5-6A58AC2786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481" y="1845331"/>
            <a:ext cx="2743200" cy="134787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08BD8202-FD6E-54E2-FAFA-73C8AB0001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0031" y="1886299"/>
            <a:ext cx="2743200" cy="13383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20B4C5-07A0-D065-81BE-34D7F67B857C}"/>
              </a:ext>
            </a:extLst>
          </p:cNvPr>
          <p:cNvSpPr txBox="1"/>
          <p:nvPr/>
        </p:nvSpPr>
        <p:spPr>
          <a:xfrm>
            <a:off x="6816012" y="688910"/>
            <a:ext cx="2743199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Place a box with a reference to the coach we are entering when going through that door -&gt; if unknown, place a digit for further reference (see example)</a:t>
            </a:r>
          </a:p>
          <a:p>
            <a:pPr marL="342900" indent="-342900">
              <a:buAutoNum type="arabicPeriod"/>
            </a:pPr>
            <a:r>
              <a:rPr lang="en-US" dirty="0">
                <a:cs typeface="Calibri"/>
              </a:rPr>
              <a:t>Place the jpg picture nearer the + button it refers to (within the field of view), here much lower in the 360 picture</a:t>
            </a:r>
          </a:p>
          <a:p>
            <a:pPr marL="342900" indent="-342900">
              <a:buAutoNum type="arabicPeriod"/>
            </a:pPr>
            <a:endParaRPr lang="en-US" dirty="0"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BAEE92D-E708-953F-A92F-81CF4D40FDCD}"/>
                  </a:ext>
                </a:extLst>
              </p14:cNvPr>
              <p14:cNvContentPartPr/>
              <p14:nvPr/>
            </p14:nvContentPartPr>
            <p14:xfrm>
              <a:off x="1234548" y="533859"/>
              <a:ext cx="190500" cy="333374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BAEE92D-E708-953F-A92F-81CF4D40FDC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25696" y="525124"/>
                <a:ext cx="207850" cy="3512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E0D93B3-C32B-0A5C-9759-9BDE666A494D}"/>
                  </a:ext>
                </a:extLst>
              </p14:cNvPr>
              <p14:cNvContentPartPr/>
              <p14:nvPr/>
            </p14:nvContentPartPr>
            <p14:xfrm>
              <a:off x="4557094" y="566732"/>
              <a:ext cx="228600" cy="352425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E0D93B3-C32B-0A5C-9759-9BDE666A494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547979" y="558066"/>
                <a:ext cx="246465" cy="3701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FF6DCB3-79D1-AED0-6E04-1887B7EA43CE}"/>
                  </a:ext>
                </a:extLst>
              </p14:cNvPr>
              <p14:cNvContentPartPr/>
              <p14:nvPr/>
            </p14:nvContentPartPr>
            <p14:xfrm>
              <a:off x="1584956" y="2183674"/>
              <a:ext cx="228600" cy="257175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FF6DCB3-79D1-AED0-6E04-1887B7EA43C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76316" y="2175078"/>
                <a:ext cx="246240" cy="2747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2A9DE27-F5A9-2875-49BB-71A679E82DB8}"/>
                  </a:ext>
                </a:extLst>
              </p14:cNvPr>
              <p14:cNvContentPartPr/>
              <p14:nvPr/>
            </p14:nvContentPartPr>
            <p14:xfrm>
              <a:off x="4759446" y="2138264"/>
              <a:ext cx="152399" cy="238125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2A9DE27-F5A9-2875-49BB-71A679E82DB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750611" y="2129161"/>
                <a:ext cx="170437" cy="2559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B826BC9-2CE8-17B3-8FFF-01C47F0C07A7}"/>
                  </a:ext>
                </a:extLst>
              </p14:cNvPr>
              <p14:cNvContentPartPr/>
              <p14:nvPr/>
            </p14:nvContentPartPr>
            <p14:xfrm>
              <a:off x="4867483" y="2223796"/>
              <a:ext cx="28575" cy="333374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B826BC9-2CE8-17B3-8FFF-01C47F0C07A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859600" y="2214844"/>
                <a:ext cx="44669" cy="350920"/>
              </a:xfrm>
              <a:prstGeom prst="rect">
                <a:avLst/>
              </a:prstGeom>
            </p:spPr>
          </p:pic>
        </mc:Fallback>
      </mc:AlternateContent>
      <p:pic>
        <p:nvPicPr>
          <p:cNvPr id="14" name="Picture 14">
            <a:extLst>
              <a:ext uri="{FF2B5EF4-FFF2-40B4-BE49-F238E27FC236}">
                <a16:creationId xmlns:a16="http://schemas.microsoft.com/office/drawing/2014/main" id="{08470B86-A2BB-7ED7-AD6F-CC77A912833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03440" y="3829947"/>
            <a:ext cx="1017038" cy="71433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42CEDC7A-1291-5317-0FB6-24A3A50F8C08}"/>
                  </a:ext>
                </a:extLst>
              </p14:cNvPr>
              <p14:cNvContentPartPr/>
              <p14:nvPr/>
            </p14:nvContentPartPr>
            <p14:xfrm>
              <a:off x="3278986" y="1927510"/>
              <a:ext cx="1114425" cy="7620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42CEDC7A-1291-5317-0FB6-24A3A50F8C0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269993" y="1918486"/>
                <a:ext cx="1132051" cy="7796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CDAA160-08FE-0797-D592-79E2DD95F88A}"/>
                  </a:ext>
                </a:extLst>
              </p14:cNvPr>
              <p14:cNvContentPartPr/>
              <p14:nvPr/>
            </p14:nvContentPartPr>
            <p14:xfrm>
              <a:off x="3879980" y="2620346"/>
              <a:ext cx="733424" cy="1152525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CDAA160-08FE-0797-D592-79E2DD95F88A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870943" y="2611686"/>
                <a:ext cx="751136" cy="11702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5A2E0BF-B97B-FCFD-E0C8-5D63012194A7}"/>
                  </a:ext>
                </a:extLst>
              </p14:cNvPr>
              <p14:cNvContentPartPr/>
              <p14:nvPr/>
            </p14:nvContentPartPr>
            <p14:xfrm>
              <a:off x="4455367" y="3602750"/>
              <a:ext cx="190500" cy="219075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5A2E0BF-B97B-FCFD-E0C8-5D63012194A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446596" y="3593622"/>
                <a:ext cx="207691" cy="23696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63463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B382D25-DCC0-1628-CA45-9DFAFA5B1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39" y="638756"/>
            <a:ext cx="7101468" cy="34617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C20329E-C0DC-2EEE-FA5A-5B04C379DBA9}"/>
              </a:ext>
            </a:extLst>
          </p:cNvPr>
          <p:cNvSpPr txBox="1"/>
          <p:nvPr/>
        </p:nvSpPr>
        <p:spPr>
          <a:xfrm>
            <a:off x="7893205" y="923693"/>
            <a:ext cx="27432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Arial"/>
              </a:rPr>
              <a:t>Picture should be displayed within the field of view​</a:t>
            </a:r>
            <a:endParaRPr 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560B8AD8-6CD9-6617-FAA7-0592882C3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1107" y="766191"/>
            <a:ext cx="1711713" cy="247276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5EA3965-C810-5573-2B38-F40EFEC05040}"/>
                  </a:ext>
                </a:extLst>
              </p14:cNvPr>
              <p14:cNvContentPartPr/>
              <p14:nvPr/>
            </p14:nvContentPartPr>
            <p14:xfrm>
              <a:off x="929267" y="733576"/>
              <a:ext cx="2276475" cy="238125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5EA3965-C810-5573-2B38-F40EFEC050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1288" y="716264"/>
                <a:ext cx="2312073" cy="2731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D7B79A7-D8F7-DDC2-CB7A-63AF56AB3E1F}"/>
                  </a:ext>
                </a:extLst>
              </p14:cNvPr>
              <p14:cNvContentPartPr/>
              <p14:nvPr/>
            </p14:nvContentPartPr>
            <p14:xfrm>
              <a:off x="3026696" y="687658"/>
              <a:ext cx="266700" cy="24765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D7B79A7-D8F7-DDC2-CB7A-63AF56AB3E1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08627" y="669764"/>
                <a:ext cx="302477" cy="28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4C33451-D7B1-EBD4-64FB-28D96E0426AE}"/>
                  </a:ext>
                </a:extLst>
              </p14:cNvPr>
              <p14:cNvContentPartPr/>
              <p14:nvPr/>
            </p14:nvContentPartPr>
            <p14:xfrm>
              <a:off x="1226633" y="3064230"/>
              <a:ext cx="2276475" cy="7239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4C33451-D7B1-EBD4-64FB-28D96E0426A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09033" y="3046679"/>
                <a:ext cx="2312034" cy="7593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135B08E-5ACE-FF10-CF3A-300226852C75}"/>
                  </a:ext>
                </a:extLst>
              </p14:cNvPr>
              <p14:cNvContentPartPr/>
              <p14:nvPr/>
            </p14:nvContentPartPr>
            <p14:xfrm>
              <a:off x="3288473" y="2918747"/>
              <a:ext cx="295275" cy="381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135B08E-5ACE-FF10-CF3A-300226852C7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270664" y="2900976"/>
                <a:ext cx="330537" cy="41618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64153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CEAD3C2-F3CE-73AB-C01F-20FA10619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27348"/>
            <a:ext cx="6831980" cy="33270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64BD3C7-76AB-2AE9-4B50-B92032969352}"/>
              </a:ext>
            </a:extLst>
          </p:cNvPr>
          <p:cNvSpPr txBox="1"/>
          <p:nvPr/>
        </p:nvSpPr>
        <p:spPr>
          <a:xfrm>
            <a:off x="7893205" y="923693"/>
            <a:ext cx="27432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Arial"/>
              </a:rPr>
              <a:t>Picture should be displayed within the real screen</a:t>
            </a:r>
            <a:endParaRPr lang="en-US" dirty="0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B85C29FA-8B85-8EDF-8DEC-F2845AC307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1717" y="306298"/>
            <a:ext cx="2743200" cy="223096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680BAAD-B909-E254-8815-ADA8FDF3C039}"/>
                  </a:ext>
                </a:extLst>
              </p14:cNvPr>
              <p14:cNvContentPartPr/>
              <p14:nvPr/>
            </p14:nvContentPartPr>
            <p14:xfrm>
              <a:off x="5803941" y="547272"/>
              <a:ext cx="1609725" cy="11049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680BAAD-B909-E254-8815-ADA8FDF3C03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86350" y="529312"/>
                <a:ext cx="1645265" cy="11404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2BAB2C8-7BD8-F63D-246D-F1B5BB87EE77}"/>
                  </a:ext>
                </a:extLst>
              </p14:cNvPr>
              <p14:cNvContentPartPr/>
              <p14:nvPr/>
            </p14:nvContentPartPr>
            <p14:xfrm>
              <a:off x="5440925" y="2298123"/>
              <a:ext cx="1524000" cy="131445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2BAB2C8-7BD8-F63D-246D-F1B5BB87EE7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23233" y="2280171"/>
                <a:ext cx="1559744" cy="13499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0241731-D329-70AA-D289-2EE41454F6EC}"/>
                  </a:ext>
                </a:extLst>
              </p14:cNvPr>
              <p14:cNvContentPartPr/>
              <p14:nvPr/>
            </p14:nvContentPartPr>
            <p14:xfrm>
              <a:off x="3028599" y="1645950"/>
              <a:ext cx="1438275" cy="112395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0241731-D329-70AA-D289-2EE41454F6E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10998" y="1628304"/>
                <a:ext cx="1473837" cy="11596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F69195B-871B-AB26-3B04-4C4FFBA77603}"/>
                  </a:ext>
                </a:extLst>
              </p14:cNvPr>
              <p14:cNvContentPartPr/>
              <p14:nvPr/>
            </p14:nvContentPartPr>
            <p14:xfrm>
              <a:off x="2944767" y="1655958"/>
              <a:ext cx="266700" cy="180975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F69195B-871B-AB26-3B04-4C4FFBA7760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927083" y="1638180"/>
                <a:ext cx="302428" cy="2161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D5BEEEA-009A-C65C-4D92-F2668BED91C5}"/>
                  </a:ext>
                </a:extLst>
              </p14:cNvPr>
              <p14:cNvContentPartPr/>
              <p14:nvPr/>
            </p14:nvContentPartPr>
            <p14:xfrm>
              <a:off x="5390622" y="2280958"/>
              <a:ext cx="238125" cy="200025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D5BEEEA-009A-C65C-4D92-F2668BED91C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372889" y="2263456"/>
                <a:ext cx="273952" cy="2353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4702603-09A8-E3ED-B9FE-AB30B4898F74}"/>
                  </a:ext>
                </a:extLst>
              </p14:cNvPr>
              <p14:cNvContentPartPr/>
              <p14:nvPr/>
            </p14:nvContentPartPr>
            <p14:xfrm>
              <a:off x="5760128" y="540481"/>
              <a:ext cx="47625" cy="2667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4702603-09A8-E3ED-B9FE-AB30B4898F7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742713" y="522845"/>
                <a:ext cx="82811" cy="3023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729C31B-F49F-7CB8-ABE8-96F39E95591E}"/>
                  </a:ext>
                </a:extLst>
              </p14:cNvPr>
              <p14:cNvContentPartPr/>
              <p14:nvPr/>
            </p14:nvContentPartPr>
            <p14:xfrm>
              <a:off x="5817219" y="461809"/>
              <a:ext cx="238125" cy="85725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729C31B-F49F-7CB8-ABE8-96F39E95591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799207" y="444379"/>
                <a:ext cx="273790" cy="1209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16746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9498A29-343B-95B1-7B8B-C5638405E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034" y="336860"/>
            <a:ext cx="4843346" cy="235569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F9508D-2A09-7FAF-1184-096F0237078F}"/>
              </a:ext>
            </a:extLst>
          </p:cNvPr>
          <p:cNvSpPr txBox="1"/>
          <p:nvPr/>
        </p:nvSpPr>
        <p:spPr>
          <a:xfrm>
            <a:off x="5662961" y="1462668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Text is either too far away either too small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F64D5E5-C60D-E8B8-7BCC-9574EA396B2D}"/>
                  </a:ext>
                </a:extLst>
              </p14:cNvPr>
              <p14:cNvContentPartPr/>
              <p14:nvPr/>
            </p14:nvContentPartPr>
            <p14:xfrm>
              <a:off x="2564198" y="1261703"/>
              <a:ext cx="666750" cy="32385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F64D5E5-C60D-E8B8-7BCC-9574EA396B2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46265" y="1243509"/>
                <a:ext cx="702257" cy="3598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9DE5E9B-4397-39EE-9D00-4EE0888C3A78}"/>
                  </a:ext>
                </a:extLst>
              </p14:cNvPr>
              <p14:cNvContentPartPr/>
              <p14:nvPr/>
            </p14:nvContentPartPr>
            <p14:xfrm>
              <a:off x="2629829" y="1151665"/>
              <a:ext cx="666750" cy="409575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9DE5E9B-4397-39EE-9D00-4EE0888C3A7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11954" y="1133717"/>
                <a:ext cx="702143" cy="44511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33403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352EA4A-274C-3104-679D-5C5E9B387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522" y="418055"/>
            <a:ext cx="6525321" cy="31783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27D955-03DE-65BF-782B-B49EE069FC7F}"/>
              </a:ext>
            </a:extLst>
          </p:cNvPr>
          <p:cNvSpPr txBox="1"/>
          <p:nvPr/>
        </p:nvSpPr>
        <p:spPr>
          <a:xfrm>
            <a:off x="7279888" y="2233961"/>
            <a:ext cx="328217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Direction should be mentioned near the green arrows:</a:t>
            </a:r>
          </a:p>
          <a:p>
            <a:r>
              <a:rPr lang="en-US" dirty="0">
                <a:ea typeface="Calibri"/>
                <a:cs typeface="Calibri"/>
              </a:rPr>
              <a:t>"Naar de </a:t>
            </a:r>
            <a:r>
              <a:rPr lang="en-US" dirty="0" err="1">
                <a:ea typeface="Calibri"/>
                <a:cs typeface="Calibri"/>
              </a:rPr>
              <a:t>stuurpost</a:t>
            </a:r>
            <a:r>
              <a:rPr lang="en-US" dirty="0">
                <a:ea typeface="Calibri"/>
                <a:cs typeface="Calibri"/>
              </a:rPr>
              <a:t>.</a:t>
            </a:r>
          </a:p>
          <a:p>
            <a:r>
              <a:rPr lang="en-US" dirty="0" err="1">
                <a:ea typeface="Calibri"/>
                <a:cs typeface="Calibri"/>
              </a:rPr>
              <a:t>Vers</a:t>
            </a:r>
            <a:r>
              <a:rPr lang="en-US" dirty="0">
                <a:ea typeface="Calibri"/>
                <a:cs typeface="Calibri"/>
              </a:rPr>
              <a:t> le poste de </a:t>
            </a:r>
            <a:r>
              <a:rPr lang="en-US" dirty="0" err="1">
                <a:ea typeface="Calibri"/>
                <a:cs typeface="Calibri"/>
              </a:rPr>
              <a:t>conduite</a:t>
            </a:r>
            <a:r>
              <a:rPr lang="en-US" dirty="0">
                <a:ea typeface="Calibri"/>
                <a:cs typeface="Calibri"/>
              </a:rPr>
              <a:t>"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6E61FFB-9E80-704E-7AA7-A79183CBF62F}"/>
                  </a:ext>
                </a:extLst>
              </p14:cNvPr>
              <p14:cNvContentPartPr/>
              <p14:nvPr/>
            </p14:nvContentPartPr>
            <p14:xfrm>
              <a:off x="3158149" y="2499731"/>
              <a:ext cx="1038225" cy="314325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6E61FFB-9E80-704E-7AA7-A79183CBF62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40211" y="2481952"/>
                <a:ext cx="1073741" cy="3495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C2E358F-C975-1635-53EB-D80B13414606}"/>
                  </a:ext>
                </a:extLst>
              </p14:cNvPr>
              <p14:cNvContentPartPr/>
              <p14:nvPr/>
            </p14:nvContentPartPr>
            <p14:xfrm>
              <a:off x="3178097" y="2396861"/>
              <a:ext cx="1038225" cy="36195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C2E358F-C975-1635-53EB-D80B1341460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60172" y="2379249"/>
                <a:ext cx="1073717" cy="3975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DA9A291-718B-27EE-8774-A96390CC422B}"/>
                  </a:ext>
                </a:extLst>
              </p14:cNvPr>
              <p14:cNvContentPartPr/>
              <p14:nvPr/>
            </p14:nvContentPartPr>
            <p14:xfrm>
              <a:off x="3493643" y="2555487"/>
              <a:ext cx="9525" cy="180975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DA9A291-718B-27EE-8774-A96390CC422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476974" y="2537533"/>
                <a:ext cx="43203" cy="2165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992FD43-8027-8375-A919-B2711BF7044C}"/>
                  </a:ext>
                </a:extLst>
              </p14:cNvPr>
              <p14:cNvContentPartPr/>
              <p14:nvPr/>
            </p14:nvContentPartPr>
            <p14:xfrm>
              <a:off x="3361849" y="2512635"/>
              <a:ext cx="276225" cy="1905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992FD43-8027-8375-A919-B2711BF7044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343912" y="2490484"/>
                <a:ext cx="311740" cy="629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CBC3B43-C24C-E794-B620-8EE1DD7B3C30}"/>
                  </a:ext>
                </a:extLst>
              </p14:cNvPr>
              <p14:cNvContentPartPr/>
              <p14:nvPr/>
            </p14:nvContentPartPr>
            <p14:xfrm>
              <a:off x="3567683" y="2615634"/>
              <a:ext cx="171450" cy="762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CBC3B43-C24C-E794-B620-8EE1DD7B3C3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550044" y="2598776"/>
                <a:ext cx="206375" cy="1095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B397ED2-6529-5F54-5EDB-BE763408C2B3}"/>
                  </a:ext>
                </a:extLst>
              </p14:cNvPr>
              <p14:cNvContentPartPr/>
              <p14:nvPr/>
            </p14:nvContentPartPr>
            <p14:xfrm>
              <a:off x="3741030" y="2528619"/>
              <a:ext cx="114300" cy="161925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B397ED2-6529-5F54-5EDB-BE763408C2B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723850" y="2510627"/>
                <a:ext cx="149011" cy="1982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56ADE24-DFB1-D891-E3CD-336A223A0931}"/>
                  </a:ext>
                </a:extLst>
              </p14:cNvPr>
              <p14:cNvContentPartPr/>
              <p14:nvPr/>
            </p14:nvContentPartPr>
            <p14:xfrm>
              <a:off x="3856463" y="2481145"/>
              <a:ext cx="38100" cy="200025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56ADE24-DFB1-D891-E3CD-336A223A093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839491" y="2463674"/>
                <a:ext cx="72390" cy="2353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254946D-5514-AB21-4A87-D639550489D6}"/>
                  </a:ext>
                </a:extLst>
              </p14:cNvPr>
              <p14:cNvContentPartPr/>
              <p14:nvPr/>
            </p14:nvContentPartPr>
            <p14:xfrm>
              <a:off x="3875048" y="2521851"/>
              <a:ext cx="142875" cy="47625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254946D-5514-AB21-4A87-D639550489D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857143" y="2505541"/>
                <a:ext cx="179051" cy="7991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07942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0EF69B1-4F67-D30E-2FBF-1579BEC08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80781"/>
            <a:ext cx="7120053" cy="347104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377054-50B9-EC17-92F1-BB5751C25B62}"/>
              </a:ext>
            </a:extLst>
          </p:cNvPr>
          <p:cNvSpPr txBox="1"/>
          <p:nvPr/>
        </p:nvSpPr>
        <p:spPr>
          <a:xfrm>
            <a:off x="5337717" y="4445620"/>
            <a:ext cx="346802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Segoe UI"/>
              </a:rPr>
              <a:t>Direction should be mentioned near the green arrows:​</a:t>
            </a:r>
          </a:p>
          <a:p>
            <a:r>
              <a:rPr lang="en-US" dirty="0">
                <a:cs typeface="Segoe UI"/>
              </a:rPr>
              <a:t>"Naar de platform </a:t>
            </a:r>
            <a:r>
              <a:rPr lang="en-US" dirty="0" err="1">
                <a:cs typeface="Segoe UI"/>
              </a:rPr>
              <a:t>deur</a:t>
            </a:r>
            <a:r>
              <a:rPr lang="en-US" dirty="0">
                <a:cs typeface="Segoe UI"/>
              </a:rPr>
              <a:t> 3-4.​</a:t>
            </a:r>
          </a:p>
          <a:p>
            <a:r>
              <a:rPr lang="en-US" dirty="0" err="1">
                <a:cs typeface="Segoe UI"/>
              </a:rPr>
              <a:t>Vers</a:t>
            </a:r>
            <a:r>
              <a:rPr lang="en-US" dirty="0">
                <a:cs typeface="Segoe UI"/>
              </a:rPr>
              <a:t> </a:t>
            </a:r>
            <a:r>
              <a:rPr lang="en-US" dirty="0" err="1">
                <a:cs typeface="Segoe UI"/>
              </a:rPr>
              <a:t>plateforme</a:t>
            </a:r>
            <a:r>
              <a:rPr lang="en-US" dirty="0">
                <a:cs typeface="Segoe UI"/>
              </a:rPr>
              <a:t> </a:t>
            </a:r>
            <a:r>
              <a:rPr lang="en-US" dirty="0" err="1">
                <a:cs typeface="Segoe UI"/>
              </a:rPr>
              <a:t>porte</a:t>
            </a:r>
            <a:r>
              <a:rPr lang="en-US" dirty="0">
                <a:cs typeface="Segoe UI"/>
              </a:rPr>
              <a:t> 3-4."​</a:t>
            </a:r>
            <a:endParaRPr lang="en-US" dirty="0">
              <a:ea typeface="Calibr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381711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3C024A9-BB74-91E0-8078-4F241B03B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80" y="380884"/>
            <a:ext cx="5874834" cy="28623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7C8FF98-73A6-EB6F-06C0-247DEBA98DFB}"/>
              </a:ext>
            </a:extLst>
          </p:cNvPr>
          <p:cNvSpPr txBox="1"/>
          <p:nvPr/>
        </p:nvSpPr>
        <p:spPr>
          <a:xfrm>
            <a:off x="6805961" y="1425498"/>
            <a:ext cx="27432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Handle should be near the real handle (on the same level)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42934539-2578-6491-C02E-6E195DFA510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531" r="2041" b="990"/>
          <a:stretch/>
        </p:blipFill>
        <p:spPr>
          <a:xfrm>
            <a:off x="3100853" y="1689526"/>
            <a:ext cx="322756" cy="923520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395592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6653A34-FA8A-3341-1613-214F37336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107" y="464518"/>
            <a:ext cx="6757639" cy="3289841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0F100F98-9578-D45F-E1CE-9B1F60C57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8717" y="2230930"/>
            <a:ext cx="2743200" cy="6119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FABDC8C-D54C-2498-402B-4E2EF110269C}"/>
              </a:ext>
            </a:extLst>
          </p:cNvPr>
          <p:cNvSpPr txBox="1"/>
          <p:nvPr/>
        </p:nvSpPr>
        <p:spPr>
          <a:xfrm>
            <a:off x="4213302" y="4705815"/>
            <a:ext cx="27432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Text should be displayed nearer the fire extinguisher and should mention:</a:t>
            </a:r>
          </a:p>
          <a:p>
            <a:r>
              <a:rPr lang="en-US" dirty="0">
                <a:ea typeface="Calibri"/>
                <a:cs typeface="Calibri"/>
              </a:rPr>
              <a:t>"</a:t>
            </a:r>
            <a:r>
              <a:rPr lang="en-US" dirty="0" err="1">
                <a:ea typeface="Calibri"/>
                <a:cs typeface="Calibri"/>
              </a:rPr>
              <a:t>Brandblusser</a:t>
            </a:r>
            <a:r>
              <a:rPr lang="en-US" dirty="0">
                <a:ea typeface="Calibri"/>
                <a:cs typeface="Calibri"/>
              </a:rPr>
              <a:t> CO2.</a:t>
            </a:r>
          </a:p>
          <a:p>
            <a:r>
              <a:rPr lang="en-US" dirty="0" err="1">
                <a:ea typeface="Calibri"/>
                <a:cs typeface="Calibri"/>
              </a:rPr>
              <a:t>Extincteur</a:t>
            </a:r>
            <a:r>
              <a:rPr lang="en-US" dirty="0">
                <a:ea typeface="Calibri"/>
                <a:cs typeface="Calibri"/>
              </a:rPr>
              <a:t> CO2."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ACBBB60-848D-1ECE-9464-E6F906580888}"/>
                  </a:ext>
                </a:extLst>
              </p14:cNvPr>
              <p14:cNvContentPartPr/>
              <p14:nvPr/>
            </p14:nvContentPartPr>
            <p14:xfrm>
              <a:off x="1905845" y="1276280"/>
              <a:ext cx="742950" cy="15621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ACBBB60-848D-1ECE-9464-E6F90658088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88216" y="1258692"/>
                <a:ext cx="778568" cy="15976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70F0089-A1BF-7268-4854-790C58F63780}"/>
                  </a:ext>
                </a:extLst>
              </p14:cNvPr>
              <p14:cNvContentPartPr/>
              <p14:nvPr/>
            </p14:nvContentPartPr>
            <p14:xfrm>
              <a:off x="2117800" y="1849243"/>
              <a:ext cx="228600" cy="2286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70F0089-A1BF-7268-4854-790C58F6378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99743" y="1831384"/>
                <a:ext cx="264353" cy="2639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6CB9AAF-2C9A-46E1-D08D-D8AC0BC84409}"/>
                  </a:ext>
                </a:extLst>
              </p14:cNvPr>
              <p14:cNvContentPartPr/>
              <p14:nvPr/>
            </p14:nvContentPartPr>
            <p14:xfrm>
              <a:off x="4645875" y="1323132"/>
              <a:ext cx="352425" cy="1476375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6CB9AAF-2C9A-46E1-D08D-D8AC0BC8440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627949" y="1305092"/>
                <a:ext cx="387918" cy="15120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50875E7-466A-1D52-881D-279F8EA7650B}"/>
                  </a:ext>
                </a:extLst>
              </p14:cNvPr>
              <p14:cNvContentPartPr/>
              <p14:nvPr/>
            </p14:nvContentPartPr>
            <p14:xfrm>
              <a:off x="4627358" y="1821365"/>
              <a:ext cx="285750" cy="228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50875E7-466A-1D52-881D-279F8EA7650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609834" y="1803471"/>
                <a:ext cx="321156" cy="26475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0663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63E3A71-07F6-4C05-0B36-7DAA6A36D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80" y="313512"/>
            <a:ext cx="6311590" cy="30807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F3D323-CB3C-4DCF-AF24-B29DE8AD9472}"/>
              </a:ext>
            </a:extLst>
          </p:cNvPr>
          <p:cNvSpPr txBox="1"/>
          <p:nvPr/>
        </p:nvSpPr>
        <p:spPr>
          <a:xfrm>
            <a:off x="7605131" y="2038815"/>
            <a:ext cx="330076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Text should be:</a:t>
            </a:r>
          </a:p>
          <a:p>
            <a:r>
              <a:rPr lang="en-US" dirty="0">
                <a:cs typeface="Calibri"/>
              </a:rPr>
              <a:t>"Naar </a:t>
            </a:r>
            <a:r>
              <a:rPr lang="en-US" dirty="0" err="1">
                <a:cs typeface="Calibri"/>
              </a:rPr>
              <a:t>multifonctionele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ruimte</a:t>
            </a:r>
            <a:r>
              <a:rPr lang="en-US" dirty="0">
                <a:cs typeface="Calibri"/>
              </a:rPr>
              <a:t>.</a:t>
            </a:r>
          </a:p>
          <a:p>
            <a:r>
              <a:rPr lang="en-US" dirty="0" err="1">
                <a:cs typeface="Calibri"/>
              </a:rPr>
              <a:t>Vers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espace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multifonction</a:t>
            </a:r>
            <a:r>
              <a:rPr lang="en-US" dirty="0">
                <a:cs typeface="Calibri"/>
              </a:rPr>
              <a:t>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9F68917-498B-3573-97E9-0AC39EA5B1FA}"/>
                  </a:ext>
                </a:extLst>
              </p14:cNvPr>
              <p14:cNvContentPartPr/>
              <p14:nvPr/>
            </p14:nvContentPartPr>
            <p14:xfrm>
              <a:off x="3484756" y="2609142"/>
              <a:ext cx="723900" cy="304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9F68917-498B-3573-97E9-0AC39EA5B1F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66668" y="2591592"/>
                <a:ext cx="759715" cy="3402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52C11C1-0F5B-BDC7-E595-F14FCA39064A}"/>
                  </a:ext>
                </a:extLst>
              </p14:cNvPr>
              <p14:cNvContentPartPr/>
              <p14:nvPr/>
            </p14:nvContentPartPr>
            <p14:xfrm>
              <a:off x="3456877" y="2445987"/>
              <a:ext cx="695325" cy="17145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52C11C1-0F5B-BDC7-E595-F14FCA39064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39287" y="2428348"/>
                <a:ext cx="730863" cy="2063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1CABBA4-3343-2970-1E22-585F576E9BDA}"/>
                  </a:ext>
                </a:extLst>
              </p14:cNvPr>
              <p14:cNvContentPartPr/>
              <p14:nvPr/>
            </p14:nvContentPartPr>
            <p14:xfrm>
              <a:off x="4190999" y="2443975"/>
              <a:ext cx="104775" cy="2667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1CABBA4-3343-2970-1E22-585F576E9BD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172809" y="2426073"/>
                <a:ext cx="140791" cy="30286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91924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FE110D1-8A6C-DBF2-4B72-FF60106B9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12" y="313512"/>
            <a:ext cx="6525321" cy="318297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E441E9C-C94B-7747-DE52-DD37DA9FD6F4}"/>
                  </a:ext>
                </a:extLst>
              </p14:cNvPr>
              <p14:cNvContentPartPr/>
              <p14:nvPr/>
            </p14:nvContentPartPr>
            <p14:xfrm>
              <a:off x="3279648" y="250901"/>
              <a:ext cx="704850" cy="485775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E441E9C-C94B-7747-DE52-DD37DA9FD6F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61584" y="233204"/>
                <a:ext cx="740616" cy="521531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872AAB3-123E-AA13-A5C2-D93BD0A4193E}"/>
              </a:ext>
            </a:extLst>
          </p:cNvPr>
          <p:cNvSpPr txBox="1"/>
          <p:nvPr/>
        </p:nvSpPr>
        <p:spPr>
          <a:xfrm>
            <a:off x="7475034" y="2670717"/>
            <a:ext cx="3272882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Button to open should be a green </a:t>
            </a:r>
            <a:r>
              <a:rPr lang="en-US" dirty="0" err="1"/>
              <a:t>coloured</a:t>
            </a:r>
            <a:r>
              <a:rPr lang="en-US" dirty="0"/>
              <a:t> key or the same as the BDX system to open the driver cabin door:</a:t>
            </a:r>
          </a:p>
          <a:p>
            <a:endParaRPr lang="en-US" dirty="0">
              <a:cs typeface="Calibri" panose="020F0502020204030204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F5EBA91F-AA11-F06F-A8B2-40747F12A5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2820" y="3608349"/>
            <a:ext cx="485775" cy="5334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4F679384-9FAF-63D5-8C59-0AEE5F5DDE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7015" y="922763"/>
            <a:ext cx="485775" cy="5334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96735E3-C3AD-D490-6AF4-70FF18631866}"/>
                  </a:ext>
                </a:extLst>
              </p14:cNvPr>
              <p14:cNvContentPartPr/>
              <p14:nvPr/>
            </p14:nvContentPartPr>
            <p14:xfrm>
              <a:off x="3195766" y="228211"/>
              <a:ext cx="781050" cy="70485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96735E3-C3AD-D490-6AF4-70FF1863186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77786" y="210518"/>
                <a:ext cx="816650" cy="7405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F789C01-ECEE-FDD8-C1B1-74331A52EF4D}"/>
                  </a:ext>
                </a:extLst>
              </p14:cNvPr>
              <p14:cNvContentPartPr/>
              <p14:nvPr/>
            </p14:nvContentPartPr>
            <p14:xfrm>
              <a:off x="3060474" y="205283"/>
              <a:ext cx="1057275" cy="600075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F789C01-ECEE-FDD8-C1B1-74331A52EF4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42444" y="187729"/>
                <a:ext cx="1092974" cy="635542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Picture 9">
            <a:extLst>
              <a:ext uri="{FF2B5EF4-FFF2-40B4-BE49-F238E27FC236}">
                <a16:creationId xmlns:a16="http://schemas.microsoft.com/office/drawing/2014/main" id="{CF4620DF-C1FB-8E64-4812-C5791523433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912" y="3491610"/>
            <a:ext cx="6525321" cy="318297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6718BAD-5F13-E254-9C3E-48C247C9A934}"/>
                  </a:ext>
                </a:extLst>
              </p14:cNvPr>
              <p14:cNvContentPartPr/>
              <p14:nvPr/>
            </p14:nvContentPartPr>
            <p14:xfrm>
              <a:off x="3877352" y="4330389"/>
              <a:ext cx="533400" cy="428625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6718BAD-5F13-E254-9C3E-48C247C9A93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859477" y="4312725"/>
                <a:ext cx="568793" cy="4643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21742D5-285D-EC53-9C56-50EE9772FEE7}"/>
                  </a:ext>
                </a:extLst>
              </p14:cNvPr>
              <p14:cNvContentPartPr/>
              <p14:nvPr/>
            </p14:nvContentPartPr>
            <p14:xfrm>
              <a:off x="3980450" y="4270904"/>
              <a:ext cx="523875" cy="352425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21742D5-285D-EC53-9C56-50EE9772FEE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62820" y="4253014"/>
                <a:ext cx="559496" cy="387846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Picture 6">
            <a:extLst>
              <a:ext uri="{FF2B5EF4-FFF2-40B4-BE49-F238E27FC236}">
                <a16:creationId xmlns:a16="http://schemas.microsoft.com/office/drawing/2014/main" id="{285A7400-F713-3FF5-850D-4DA22A99D7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771" y="5141641"/>
            <a:ext cx="485775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385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BFA792E-A4A3-10B5-2410-D72C43736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741" y="606115"/>
            <a:ext cx="6599664" cy="32575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45809F-6C58-3781-EB58-C19ADEB0A748}"/>
              </a:ext>
            </a:extLst>
          </p:cNvPr>
          <p:cNvSpPr txBox="1"/>
          <p:nvPr/>
        </p:nvSpPr>
        <p:spPr>
          <a:xfrm>
            <a:off x="4492083" y="4696522"/>
            <a:ext cx="313349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Text should be:</a:t>
            </a:r>
          </a:p>
          <a:p>
            <a:r>
              <a:rPr lang="en-US" dirty="0">
                <a:cs typeface="Calibri"/>
              </a:rPr>
              <a:t>"Naar platform </a:t>
            </a:r>
            <a:r>
              <a:rPr lang="en-US" dirty="0" err="1">
                <a:cs typeface="Calibri"/>
              </a:rPr>
              <a:t>deuren</a:t>
            </a:r>
            <a:r>
              <a:rPr lang="en-US" dirty="0">
                <a:cs typeface="Calibri"/>
              </a:rPr>
              <a:t> 1-2.</a:t>
            </a:r>
          </a:p>
          <a:p>
            <a:r>
              <a:rPr lang="en-US" dirty="0" err="1">
                <a:cs typeface="Calibri"/>
              </a:rPr>
              <a:t>Vers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plateforme</a:t>
            </a:r>
            <a:r>
              <a:rPr lang="en-US" dirty="0">
                <a:cs typeface="Calibri"/>
              </a:rPr>
              <a:t> </a:t>
            </a:r>
            <a:r>
              <a:rPr lang="en-US" dirty="0" err="1">
                <a:cs typeface="Calibri"/>
              </a:rPr>
              <a:t>portes</a:t>
            </a:r>
            <a:r>
              <a:rPr lang="en-US" dirty="0">
                <a:cs typeface="Calibri"/>
              </a:rPr>
              <a:t> 1-2."</a:t>
            </a:r>
          </a:p>
          <a:p>
            <a:r>
              <a:rPr lang="en-US" dirty="0">
                <a:cs typeface="Calibri"/>
              </a:rPr>
              <a:t>Not </a:t>
            </a:r>
            <a:r>
              <a:rPr lang="en-US" dirty="0" err="1">
                <a:cs typeface="Calibri"/>
              </a:rPr>
              <a:t>Starten</a:t>
            </a:r>
            <a:r>
              <a:rPr lang="en-US" dirty="0">
                <a:cs typeface="Calibri"/>
              </a:rPr>
              <a:t> Commencer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A05655F-3567-153E-28E0-2D8CE50ADB3C}"/>
                  </a:ext>
                </a:extLst>
              </p14:cNvPr>
              <p14:cNvContentPartPr/>
              <p14:nvPr/>
            </p14:nvContentPartPr>
            <p14:xfrm>
              <a:off x="3678150" y="2899316"/>
              <a:ext cx="457200" cy="333375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A05655F-3567-153E-28E0-2D8CE50ADB3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60524" y="2881412"/>
                <a:ext cx="492812" cy="3688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D1A66A4-0F2E-D232-02F5-F48B783B528F}"/>
                  </a:ext>
                </a:extLst>
              </p14:cNvPr>
              <p14:cNvContentPartPr/>
              <p14:nvPr/>
            </p14:nvContentPartPr>
            <p14:xfrm>
              <a:off x="3643835" y="2871438"/>
              <a:ext cx="523875" cy="333375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D1A66A4-0F2E-D232-02F5-F48B783B528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25832" y="2853930"/>
                <a:ext cx="559520" cy="36874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16624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AE28E10-90AD-BD1B-18D2-0E8040818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254" y="726920"/>
            <a:ext cx="6358054" cy="31367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DDD25A-E2B7-BEEA-DCF3-4AD982993E36}"/>
              </a:ext>
            </a:extLst>
          </p:cNvPr>
          <p:cNvSpPr txBox="1"/>
          <p:nvPr/>
        </p:nvSpPr>
        <p:spPr>
          <a:xfrm>
            <a:off x="4903237" y="4327849"/>
            <a:ext cx="274319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Unable to enter AB coach from outside door 4 (not sure, please check).</a:t>
            </a:r>
          </a:p>
        </p:txBody>
      </p:sp>
    </p:spTree>
    <p:extLst>
      <p:ext uri="{BB962C8B-B14F-4D97-AF65-F5344CB8AC3E}">
        <p14:creationId xmlns:p14="http://schemas.microsoft.com/office/powerpoint/2010/main" val="718571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680334D-7179-B45E-8FFB-5C6CF5FC5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272" y="401856"/>
            <a:ext cx="7203687" cy="35316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795AF65-E47F-BEB4-2420-32DF01A8BAC4}"/>
                  </a:ext>
                </a:extLst>
              </p14:cNvPr>
              <p14:cNvContentPartPr/>
              <p14:nvPr/>
            </p14:nvContentPartPr>
            <p14:xfrm>
              <a:off x="3623387" y="346266"/>
              <a:ext cx="1238250" cy="12573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795AF65-E47F-BEB4-2420-32DF01A8BAC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05368" y="328269"/>
                <a:ext cx="1273927" cy="1292935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5">
            <a:extLst>
              <a:ext uri="{FF2B5EF4-FFF2-40B4-BE49-F238E27FC236}">
                <a16:creationId xmlns:a16="http://schemas.microsoft.com/office/drawing/2014/main" id="{AA04F12F-EA7C-8930-B102-E33CF1172D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4267" y="1954374"/>
            <a:ext cx="1425446" cy="137082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B9B9796-4270-ACB6-67A0-8C181B362BBB}"/>
                  </a:ext>
                </a:extLst>
              </p14:cNvPr>
              <p14:cNvContentPartPr/>
              <p14:nvPr/>
            </p14:nvContentPartPr>
            <p14:xfrm>
              <a:off x="5007428" y="482081"/>
              <a:ext cx="38099" cy="1143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B9B9796-4270-ACB6-67A0-8C181B362BB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90301" y="464633"/>
                <a:ext cx="72703" cy="1495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BD7BC2F-BE69-43DA-D440-A179BDDCA0E3}"/>
                  </a:ext>
                </a:extLst>
              </p14:cNvPr>
              <p14:cNvContentPartPr/>
              <p14:nvPr/>
            </p14:nvContentPartPr>
            <p14:xfrm>
              <a:off x="5116286" y="777551"/>
              <a:ext cx="9524" cy="762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BD7BC2F-BE69-43DA-D440-A179BDDCA0E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640086" y="758882"/>
                <a:ext cx="952400" cy="113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3B24D20-8E8F-5283-D3B8-5768ACDA0A95}"/>
                  </a:ext>
                </a:extLst>
              </p14:cNvPr>
              <p14:cNvContentPartPr/>
              <p14:nvPr/>
            </p14:nvContentPartPr>
            <p14:xfrm>
              <a:off x="5155163" y="1057469"/>
              <a:ext cx="9524" cy="47624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3B24D20-8E8F-5283-D3B8-5768ACDA0A9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143258" y="1038419"/>
                <a:ext cx="33096" cy="853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085B73A-4809-979D-99AB-933D87C2FD39}"/>
                  </a:ext>
                </a:extLst>
              </p14:cNvPr>
              <p14:cNvContentPartPr/>
              <p14:nvPr/>
            </p14:nvContentPartPr>
            <p14:xfrm>
              <a:off x="5209592" y="1290734"/>
              <a:ext cx="47624" cy="85725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085B73A-4809-979D-99AB-933D87C2FD3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191217" y="1272259"/>
                <a:ext cx="84748" cy="1223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A6C7D02-68B9-A0EE-8DAE-7902CC68C6C7}"/>
                  </a:ext>
                </a:extLst>
              </p14:cNvPr>
              <p14:cNvContentPartPr/>
              <p14:nvPr/>
            </p14:nvContentPartPr>
            <p14:xfrm>
              <a:off x="5279571" y="1516224"/>
              <a:ext cx="38099" cy="142874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A6C7D02-68B9-A0EE-8DAE-7902CC68C6C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262600" y="1498981"/>
                <a:ext cx="72388" cy="1777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DBABAAF-E6CD-5256-7C05-68FBCBF58463}"/>
                  </a:ext>
                </a:extLst>
              </p14:cNvPr>
              <p14:cNvContentPartPr/>
              <p14:nvPr/>
            </p14:nvContentPartPr>
            <p14:xfrm>
              <a:off x="5326224" y="1757265"/>
              <a:ext cx="9524" cy="9524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DBABAAF-E6CD-5256-7C05-68FBCBF5846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279556" y="1739981"/>
                <a:ext cx="103812" cy="444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C23E5EB-04BD-8BA0-E6BD-810FBD8B295A}"/>
                  </a:ext>
                </a:extLst>
              </p14:cNvPr>
              <p14:cNvContentPartPr/>
              <p14:nvPr/>
            </p14:nvContentPartPr>
            <p14:xfrm>
              <a:off x="5240693" y="1648238"/>
              <a:ext cx="228600" cy="180975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C23E5EB-04BD-8BA0-E6BD-810FBD8B295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222579" y="1630608"/>
                <a:ext cx="264466" cy="2165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C89DD0C-B7E0-A473-7BEB-7DB7B6F3C987}"/>
                  </a:ext>
                </a:extLst>
              </p14:cNvPr>
              <p14:cNvContentPartPr/>
              <p14:nvPr/>
            </p14:nvContentPartPr>
            <p14:xfrm>
              <a:off x="3553407" y="552060"/>
              <a:ext cx="28575" cy="104775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C89DD0C-B7E0-A473-7BEB-7DB7B6F3C98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532396" y="535116"/>
                <a:ext cx="70177" cy="1390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B0BAEC2-2502-1562-0D81-697E6F23F08B}"/>
                  </a:ext>
                </a:extLst>
              </p14:cNvPr>
              <p14:cNvContentPartPr/>
              <p14:nvPr/>
            </p14:nvContentPartPr>
            <p14:xfrm>
              <a:off x="3600061" y="1119672"/>
              <a:ext cx="57150" cy="161925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B0BAEC2-2502-1562-0D81-697E6F23F08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582110" y="1101187"/>
                <a:ext cx="93418" cy="1985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18B54C3-EF3B-61ED-0779-673C8D0EED67}"/>
                  </a:ext>
                </a:extLst>
              </p14:cNvPr>
              <p14:cNvContentPartPr/>
              <p14:nvPr/>
            </p14:nvContentPartPr>
            <p14:xfrm>
              <a:off x="3724468" y="1508448"/>
              <a:ext cx="28575" cy="85725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18B54C3-EF3B-61ED-0779-673C8D0EED6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705161" y="1490514"/>
                <a:ext cx="66804" cy="1212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C252750-73A4-13A9-DD65-1757639084A7}"/>
                  </a:ext>
                </a:extLst>
              </p14:cNvPr>
              <p14:cNvContentPartPr/>
              <p14:nvPr/>
            </p14:nvContentPartPr>
            <p14:xfrm>
              <a:off x="3786672" y="1780591"/>
              <a:ext cx="28575" cy="85725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C252750-73A4-13A9-DD65-1757639084A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768249" y="1763024"/>
                <a:ext cx="65798" cy="1205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33357FC-FF05-47AC-94DD-10DDBA339F7A}"/>
                  </a:ext>
                </a:extLst>
              </p14:cNvPr>
              <p14:cNvContentPartPr/>
              <p14:nvPr/>
            </p14:nvContentPartPr>
            <p14:xfrm>
              <a:off x="3842769" y="2068285"/>
              <a:ext cx="9524" cy="85725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33357FC-FF05-47AC-94DD-10DDBA339F7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830156" y="2049649"/>
                <a:ext cx="35007" cy="1226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97CDCFF-65EC-CBB1-475F-C1487567ABA3}"/>
                  </a:ext>
                </a:extLst>
              </p14:cNvPr>
              <p14:cNvContentPartPr/>
              <p14:nvPr/>
            </p14:nvContentPartPr>
            <p14:xfrm>
              <a:off x="3778897" y="2020176"/>
              <a:ext cx="133350" cy="238125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97CDCFF-65EC-CBB1-475F-C1487567ABA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760925" y="2001887"/>
                <a:ext cx="168934" cy="2743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40063D8-A377-7FDA-90C9-33FDF7C1964C}"/>
                  </a:ext>
                </a:extLst>
              </p14:cNvPr>
              <p14:cNvContentPartPr/>
              <p14:nvPr/>
            </p14:nvContentPartPr>
            <p14:xfrm>
              <a:off x="5091222" y="1973222"/>
              <a:ext cx="200024" cy="200024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40063D8-A377-7FDA-90C9-33FDF7C1964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073936" y="1955466"/>
                <a:ext cx="234949" cy="2358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23A609D7-5960-909E-EE29-7B3678E82C47}"/>
                  </a:ext>
                </a:extLst>
              </p14:cNvPr>
              <p14:cNvContentPartPr/>
              <p14:nvPr/>
            </p14:nvContentPartPr>
            <p14:xfrm>
              <a:off x="5077407" y="1974980"/>
              <a:ext cx="219075" cy="200024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23A609D7-5960-909E-EE29-7B3678E82C47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059780" y="1957478"/>
                <a:ext cx="254688" cy="2353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8FA17939-5D61-D60D-3F35-9250F9245D9F}"/>
                  </a:ext>
                </a:extLst>
              </p14:cNvPr>
              <p14:cNvContentPartPr/>
              <p14:nvPr/>
            </p14:nvContentPartPr>
            <p14:xfrm>
              <a:off x="5029454" y="3133531"/>
              <a:ext cx="152399" cy="200024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8FA17939-5D61-D60D-3F35-9250F9245D9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012366" y="3115871"/>
                <a:ext cx="186924" cy="235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6FFD2114-43F0-31C6-C8B6-AAD9C2B870CF}"/>
                  </a:ext>
                </a:extLst>
              </p14:cNvPr>
              <p14:cNvContentPartPr/>
              <p14:nvPr/>
            </p14:nvContentPartPr>
            <p14:xfrm>
              <a:off x="5030755" y="3147323"/>
              <a:ext cx="171449" cy="1905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6FFD2114-43F0-31C6-C8B6-AAD9C2B870C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012631" y="3129475"/>
                <a:ext cx="207334" cy="22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425BF06-4566-C260-F142-AB4AD6565386}"/>
                  </a:ext>
                </a:extLst>
              </p14:cNvPr>
              <p14:cNvContentPartPr/>
              <p14:nvPr/>
            </p14:nvContentPartPr>
            <p14:xfrm>
              <a:off x="4912521" y="1911892"/>
              <a:ext cx="466725" cy="3429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D425BF06-4566-C260-F142-AB4AD656538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894983" y="1894280"/>
                <a:ext cx="502159" cy="378484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967942D5-E75D-6F55-C3FA-FACBDCC83B2C}"/>
              </a:ext>
            </a:extLst>
          </p:cNvPr>
          <p:cNvSpPr txBox="1"/>
          <p:nvPr/>
        </p:nvSpPr>
        <p:spPr>
          <a:xfrm>
            <a:off x="8681756" y="1077496"/>
            <a:ext cx="2743199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1. When clicking on the +, the image should be displayed nearer the field of view.</a:t>
            </a:r>
            <a:endParaRPr lang="en-US" dirty="0">
              <a:cs typeface="Calibri" panose="020F0502020204030204"/>
            </a:endParaRPr>
          </a:p>
          <a:p>
            <a:r>
              <a:rPr lang="en-US" dirty="0">
                <a:cs typeface="Calibri" panose="020F0502020204030204"/>
              </a:rPr>
              <a:t>2. The shutting button should be a cross on the top right of the picture (see best practice)</a:t>
            </a:r>
          </a:p>
        </p:txBody>
      </p:sp>
      <p:pic>
        <p:nvPicPr>
          <p:cNvPr id="26" name="Picture 26">
            <a:extLst>
              <a:ext uri="{FF2B5EF4-FFF2-40B4-BE49-F238E27FC236}">
                <a16:creationId xmlns:a16="http://schemas.microsoft.com/office/drawing/2014/main" id="{D33354B2-3A5F-34B9-E5AC-3F45CF4ED732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849351" y="4292904"/>
            <a:ext cx="4657492" cy="230521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1E829BD5-C4C0-FA39-7ADE-494364483FBB}"/>
                  </a:ext>
                </a:extLst>
              </p14:cNvPr>
              <p14:cNvContentPartPr/>
              <p14:nvPr/>
            </p14:nvContentPartPr>
            <p14:xfrm>
              <a:off x="864219" y="5705706"/>
              <a:ext cx="9525" cy="9525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1E829BD5-C4C0-FA39-7ADE-494364483FBB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87969" y="5238981"/>
                <a:ext cx="952500" cy="952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54EE7905-8CF8-91F2-8842-F3AC2159FFD5}"/>
                  </a:ext>
                </a:extLst>
              </p14:cNvPr>
              <p14:cNvContentPartPr/>
              <p14:nvPr/>
            </p14:nvContentPartPr>
            <p14:xfrm>
              <a:off x="865725" y="5472920"/>
              <a:ext cx="1066800" cy="219075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54EE7905-8CF8-91F2-8842-F3AC2159FFD5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847656" y="5455662"/>
                <a:ext cx="1102577" cy="2539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55AF60F-908E-7C08-76F0-F0FBA3EDC37B}"/>
                  </a:ext>
                </a:extLst>
              </p14:cNvPr>
              <p14:cNvContentPartPr/>
              <p14:nvPr/>
            </p14:nvContentPartPr>
            <p14:xfrm>
              <a:off x="630956" y="4292820"/>
              <a:ext cx="1733550" cy="116205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55AF60F-908E-7C08-76F0-F0FBA3EDC37B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613289" y="4275186"/>
                <a:ext cx="1769245" cy="11976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41522749-D591-FA3C-D8F0-9573D7DD56BE}"/>
                  </a:ext>
                </a:extLst>
              </p14:cNvPr>
              <p14:cNvContentPartPr/>
              <p14:nvPr/>
            </p14:nvContentPartPr>
            <p14:xfrm>
              <a:off x="2341756" y="4794772"/>
              <a:ext cx="628650" cy="66675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41522749-D591-FA3C-D8F0-9573D7DD56BE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2324184" y="4776821"/>
                <a:ext cx="664153" cy="1029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93B67776-E7B6-70CB-B272-5D66DAF33BC0}"/>
                  </a:ext>
                </a:extLst>
              </p14:cNvPr>
              <p14:cNvContentPartPr/>
              <p14:nvPr/>
            </p14:nvContentPartPr>
            <p14:xfrm>
              <a:off x="2955072" y="4627755"/>
              <a:ext cx="219075" cy="276225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93B67776-E7B6-70CB-B272-5D66DAF33BC0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2937347" y="4609558"/>
                <a:ext cx="254170" cy="3122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85E6562D-F5D7-6C06-2640-D1862764C53C}"/>
                  </a:ext>
                </a:extLst>
              </p14:cNvPr>
              <p14:cNvContentPartPr/>
              <p14:nvPr/>
            </p14:nvContentPartPr>
            <p14:xfrm>
              <a:off x="1262293" y="5601386"/>
              <a:ext cx="285750" cy="36195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85E6562D-F5D7-6C06-2640-D1862764C53C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244545" y="5583721"/>
                <a:ext cx="320892" cy="3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F62FFC10-A971-1506-0A63-10EF21310D72}"/>
                  </a:ext>
                </a:extLst>
              </p14:cNvPr>
              <p14:cNvContentPartPr/>
              <p14:nvPr/>
            </p14:nvContentPartPr>
            <p14:xfrm>
              <a:off x="1273097" y="5692308"/>
              <a:ext cx="381000" cy="142875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F62FFC10-A971-1506-0A63-10EF21310D72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255040" y="5674799"/>
                <a:ext cx="416753" cy="1775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4EFADEC9-FC1C-50F2-DF6E-06F8EBB0F409}"/>
                  </a:ext>
                </a:extLst>
              </p14:cNvPr>
              <p14:cNvContentPartPr/>
              <p14:nvPr/>
            </p14:nvContentPartPr>
            <p14:xfrm>
              <a:off x="2014779" y="4441901"/>
              <a:ext cx="152400" cy="161925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4EFADEC9-FC1C-50F2-DF6E-06F8EBB0F409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996957" y="4423542"/>
                <a:ext cx="188409" cy="1982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1CE9819C-7555-464D-8747-FFC06C5E0822}"/>
                  </a:ext>
                </a:extLst>
              </p14:cNvPr>
              <p14:cNvContentPartPr/>
              <p14:nvPr/>
            </p14:nvContentPartPr>
            <p14:xfrm>
              <a:off x="2016511" y="4460487"/>
              <a:ext cx="142875" cy="161925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1CE9819C-7555-464D-8747-FFC06C5E0822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1998606" y="4442002"/>
                <a:ext cx="179051" cy="1985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D1ACB8AB-A79A-3342-D731-C7369FDCA9A7}"/>
                  </a:ext>
                </a:extLst>
              </p14:cNvPr>
              <p14:cNvContentPartPr/>
              <p14:nvPr/>
            </p14:nvContentPartPr>
            <p14:xfrm>
              <a:off x="1915138" y="4365459"/>
              <a:ext cx="400050" cy="36195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D1ACB8AB-A79A-3342-D731-C7369FDCA9A7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1897069" y="4347986"/>
                <a:ext cx="435827" cy="39725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14028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2224F845-AE94-1BD9-56FD-E24F1295C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85" y="387854"/>
            <a:ext cx="5326565" cy="2597537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11D3EECB-2D09-0E0E-2B39-28B705AB5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951" y="3405178"/>
            <a:ext cx="5371322" cy="262133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184D3E9-05BB-F45F-42AB-0A93A58AF7B3}"/>
                  </a:ext>
                </a:extLst>
              </p14:cNvPr>
              <p14:cNvContentPartPr/>
              <p14:nvPr/>
            </p14:nvContentPartPr>
            <p14:xfrm>
              <a:off x="1850233" y="620282"/>
              <a:ext cx="1933574" cy="116205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184D3E9-05BB-F45F-42AB-0A93A58AF7B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32209" y="602632"/>
                <a:ext cx="1969261" cy="11977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6D68B16-D517-042E-9C7E-86531EEFF0DD}"/>
                  </a:ext>
                </a:extLst>
              </p14:cNvPr>
              <p14:cNvContentPartPr/>
              <p14:nvPr/>
            </p14:nvContentPartPr>
            <p14:xfrm>
              <a:off x="1912775" y="520636"/>
              <a:ext cx="2076450" cy="1276349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6D68B16-D517-042E-9C7E-86531EEFF0D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94778" y="502989"/>
                <a:ext cx="2112083" cy="13120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1560E6F-1545-B137-23AF-1E52B5DB060E}"/>
                  </a:ext>
                </a:extLst>
              </p14:cNvPr>
              <p14:cNvContentPartPr/>
              <p14:nvPr/>
            </p14:nvContentPartPr>
            <p14:xfrm>
              <a:off x="3001008" y="1792707"/>
              <a:ext cx="57150" cy="22479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1560E6F-1545-B137-23AF-1E52B5DB060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82453" y="1774727"/>
                <a:ext cx="93889" cy="22835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14B62C5-3E4E-82A2-170E-8B461D501590}"/>
                  </a:ext>
                </a:extLst>
              </p14:cNvPr>
              <p14:cNvContentPartPr/>
              <p14:nvPr/>
            </p14:nvContentPartPr>
            <p14:xfrm>
              <a:off x="2845836" y="3716117"/>
              <a:ext cx="342900" cy="4191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14B62C5-3E4E-82A2-170E-8B461D50159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827827" y="3698283"/>
                <a:ext cx="378559" cy="4544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AFE0389-7AF8-FBA8-4D82-6ED772B7E3A6}"/>
                  </a:ext>
                </a:extLst>
              </p14:cNvPr>
              <p14:cNvContentPartPr/>
              <p14:nvPr/>
            </p14:nvContentPartPr>
            <p14:xfrm>
              <a:off x="3818135" y="706559"/>
              <a:ext cx="361950" cy="32385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AFE0389-7AF8-FBA8-4D82-6ED772B7E3A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800713" y="688365"/>
                <a:ext cx="397149" cy="3598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2F5F447-8690-233F-E071-6CDC284687E3}"/>
                  </a:ext>
                </a:extLst>
              </p14:cNvPr>
              <p14:cNvContentPartPr/>
              <p14:nvPr/>
            </p14:nvContentPartPr>
            <p14:xfrm>
              <a:off x="3863762" y="987489"/>
              <a:ext cx="190500" cy="3238499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2F5F447-8690-233F-E071-6CDC284687E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846221" y="969475"/>
                <a:ext cx="225232" cy="32741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A8C02F7-E06C-F821-9348-B17E2C775639}"/>
                  </a:ext>
                </a:extLst>
              </p14:cNvPr>
              <p14:cNvContentPartPr/>
              <p14:nvPr/>
            </p14:nvContentPartPr>
            <p14:xfrm>
              <a:off x="3787004" y="4043264"/>
              <a:ext cx="152399" cy="180975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A8C02F7-E06C-F821-9348-B17E2C77563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769224" y="4025203"/>
                <a:ext cx="188322" cy="2167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98E846E-3B01-CBED-3D58-A09D5496914E}"/>
                  </a:ext>
                </a:extLst>
              </p14:cNvPr>
              <p14:cNvContentPartPr/>
              <p14:nvPr/>
            </p14:nvContentPartPr>
            <p14:xfrm>
              <a:off x="3778897" y="4321088"/>
              <a:ext cx="28575" cy="104775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98E846E-3B01-CBED-3D58-A09D5496914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757886" y="4303262"/>
                <a:ext cx="70177" cy="1407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73707EE-D431-95DC-7C44-8280EAB66D01}"/>
                  </a:ext>
                </a:extLst>
              </p14:cNvPr>
              <p14:cNvContentPartPr/>
              <p14:nvPr/>
            </p14:nvContentPartPr>
            <p14:xfrm>
              <a:off x="3724469" y="4314816"/>
              <a:ext cx="142874" cy="66675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73707EE-D431-95DC-7C44-8280EAB66D0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706874" y="4297893"/>
                <a:ext cx="177713" cy="1001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2CFC5BB-F7D9-F947-FF19-FEF08072D6DC}"/>
                  </a:ext>
                </a:extLst>
              </p14:cNvPr>
              <p14:cNvContentPartPr/>
              <p14:nvPr/>
            </p14:nvContentPartPr>
            <p14:xfrm>
              <a:off x="3605898" y="4190343"/>
              <a:ext cx="323850" cy="28575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2CFC5BB-F7D9-F947-FF19-FEF08072D6D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588148" y="4172484"/>
                <a:ext cx="359713" cy="321833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C532E1B0-1654-193F-E786-7DE380EE18D2}"/>
              </a:ext>
            </a:extLst>
          </p:cNvPr>
          <p:cNvSpPr txBox="1"/>
          <p:nvPr/>
        </p:nvSpPr>
        <p:spPr>
          <a:xfrm>
            <a:off x="6668278" y="1155441"/>
            <a:ext cx="2743199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The jpg image used refers to the screen on the opposite side of the </a:t>
            </a:r>
            <a:r>
              <a:rPr lang="en-US" dirty="0" err="1">
                <a:cs typeface="Calibri"/>
              </a:rPr>
              <a:t>Bmx</a:t>
            </a:r>
            <a:r>
              <a:rPr lang="en-US" dirty="0">
                <a:cs typeface="Calibri"/>
              </a:rPr>
              <a:t> coach.</a:t>
            </a:r>
          </a:p>
          <a:p>
            <a:r>
              <a:rPr lang="en-US" dirty="0">
                <a:cs typeface="Calibri"/>
              </a:rPr>
              <a:t>Please move the action button to the opposite side of the picture along with the jpg.</a:t>
            </a:r>
          </a:p>
        </p:txBody>
      </p:sp>
    </p:spTree>
    <p:extLst>
      <p:ext uri="{BB962C8B-B14F-4D97-AF65-F5344CB8AC3E}">
        <p14:creationId xmlns:p14="http://schemas.microsoft.com/office/powerpoint/2010/main" val="31363378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C924B34-14BE-91DD-21DD-A39BD51D0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257" y="430187"/>
            <a:ext cx="5716859" cy="280682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755D1B3-44B9-CE51-0D97-3485249E38B6}"/>
                  </a:ext>
                </a:extLst>
              </p14:cNvPr>
              <p14:cNvContentPartPr/>
              <p14:nvPr/>
            </p14:nvContentPartPr>
            <p14:xfrm>
              <a:off x="2534285" y="1676254"/>
              <a:ext cx="285750" cy="228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755D1B3-44B9-CE51-0D97-3485249E38B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16038" y="1658724"/>
                <a:ext cx="321879" cy="2640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068A249-806C-DB6E-405C-DC76B2666242}"/>
                  </a:ext>
                </a:extLst>
              </p14:cNvPr>
              <p14:cNvContentPartPr/>
              <p14:nvPr/>
            </p14:nvContentPartPr>
            <p14:xfrm>
              <a:off x="2555487" y="1765609"/>
              <a:ext cx="219075" cy="180975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068A249-806C-DB6E-405C-DC76B266624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37501" y="1747255"/>
                <a:ext cx="254688" cy="2173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66487EA-3618-06BD-E841-06448FBDCF0C}"/>
                  </a:ext>
                </a:extLst>
              </p14:cNvPr>
              <p14:cNvContentPartPr/>
              <p14:nvPr/>
            </p14:nvContentPartPr>
            <p14:xfrm>
              <a:off x="975731" y="311320"/>
              <a:ext cx="2619375" cy="1724025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66487EA-3618-06BD-E841-06448FBDCF0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58108" y="293688"/>
                <a:ext cx="2654981" cy="17596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8969A62-5BF4-C309-DA51-AD52FD33F388}"/>
                  </a:ext>
                </a:extLst>
              </p14:cNvPr>
              <p14:cNvContentPartPr/>
              <p14:nvPr/>
            </p14:nvContentPartPr>
            <p14:xfrm>
              <a:off x="1589048" y="2062975"/>
              <a:ext cx="1676400" cy="104775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8969A62-5BF4-C309-DA51-AD52FD33F38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571436" y="2045314"/>
                <a:ext cx="1711984" cy="10834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CE44B32-85D1-0D01-052F-F7DF1C611ED8}"/>
                  </a:ext>
                </a:extLst>
              </p14:cNvPr>
              <p14:cNvContentPartPr/>
              <p14:nvPr/>
            </p14:nvContentPartPr>
            <p14:xfrm>
              <a:off x="3013080" y="2927195"/>
              <a:ext cx="304800" cy="24765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CE44B32-85D1-0D01-052F-F7DF1C611ED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995193" y="2909835"/>
                <a:ext cx="340217" cy="2827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0386C6B-6BD2-A6DC-BAD6-94F09621C305}"/>
                  </a:ext>
                </a:extLst>
              </p14:cNvPr>
              <p14:cNvContentPartPr/>
              <p14:nvPr/>
            </p14:nvContentPartPr>
            <p14:xfrm>
              <a:off x="3614853" y="1336044"/>
              <a:ext cx="1181100" cy="1628775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0386C6B-6BD2-A6DC-BAD6-94F09621C30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597203" y="1318003"/>
                <a:ext cx="1216760" cy="16644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9DBCBD2-287F-8C2A-3140-9FDE78E26C82}"/>
                  </a:ext>
                </a:extLst>
              </p14:cNvPr>
              <p14:cNvContentPartPr/>
              <p14:nvPr/>
            </p14:nvContentPartPr>
            <p14:xfrm>
              <a:off x="4486887" y="2769219"/>
              <a:ext cx="428625" cy="257175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9DBCBD2-287F-8C2A-3140-9FDE78E26C8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69312" y="2751861"/>
                <a:ext cx="464135" cy="292244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Picture 10">
            <a:extLst>
              <a:ext uri="{FF2B5EF4-FFF2-40B4-BE49-F238E27FC236}">
                <a16:creationId xmlns:a16="http://schemas.microsoft.com/office/drawing/2014/main" id="{F812FAF3-BA92-5C77-4258-CD54D645CBF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884449" y="1710716"/>
            <a:ext cx="1906859" cy="107622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A1B2540-C8AB-47E2-E5BE-9B1AE0983002}"/>
                  </a:ext>
                </a:extLst>
              </p14:cNvPr>
              <p14:cNvContentPartPr/>
              <p14:nvPr/>
            </p14:nvContentPartPr>
            <p14:xfrm>
              <a:off x="4513997" y="1756316"/>
              <a:ext cx="114300" cy="66675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A1B2540-C8AB-47E2-E5BE-9B1AE098300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496329" y="1738064"/>
                <a:ext cx="149996" cy="1035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96DA544-86FC-4AC2-4F5E-CBFA958FE5FC}"/>
                  </a:ext>
                </a:extLst>
              </p14:cNvPr>
              <p14:cNvContentPartPr/>
              <p14:nvPr/>
            </p14:nvContentPartPr>
            <p14:xfrm>
              <a:off x="4523435" y="1747023"/>
              <a:ext cx="161925" cy="85725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96DA544-86FC-4AC2-4F5E-CBFA958FE5F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506335" y="1729238"/>
                <a:ext cx="196474" cy="1209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94F0886-D602-001D-FCD5-08BFB915DDE6}"/>
                  </a:ext>
                </a:extLst>
              </p14:cNvPr>
              <p14:cNvContentPartPr/>
              <p14:nvPr/>
            </p14:nvContentPartPr>
            <p14:xfrm>
              <a:off x="4069797" y="2599849"/>
              <a:ext cx="142875" cy="142875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94F0886-D602-001D-FCD5-08BFB915DDE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051573" y="2581485"/>
                <a:ext cx="178958" cy="179237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DAF46AE8-B973-D5A2-11C6-FF18D97A6664}"/>
              </a:ext>
            </a:extLst>
          </p:cNvPr>
          <p:cNvSpPr txBox="1"/>
          <p:nvPr/>
        </p:nvSpPr>
        <p:spPr>
          <a:xfrm>
            <a:off x="6954644" y="2670717"/>
            <a:ext cx="274320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Please move the detailed picture nearer to the action button +</a:t>
            </a:r>
            <a:r>
              <a:rPr lang="en-US" dirty="0">
                <a:cs typeface="Calibri"/>
              </a:rPr>
              <a:t>​</a:t>
            </a:r>
          </a:p>
          <a:p>
            <a:r>
              <a:rPr lang="en-US" dirty="0">
                <a:cs typeface="Calibri"/>
              </a:rPr>
              <a:t>and </a:t>
            </a:r>
          </a:p>
          <a:p>
            <a:r>
              <a:rPr lang="en-US" dirty="0">
                <a:cs typeface="Calibri"/>
              </a:rPr>
              <a:t>Change the shutting button to a cross on the top right of the picture (see best practice)</a:t>
            </a:r>
          </a:p>
        </p:txBody>
      </p:sp>
      <p:pic>
        <p:nvPicPr>
          <p:cNvPr id="16" name="Picture 16">
            <a:extLst>
              <a:ext uri="{FF2B5EF4-FFF2-40B4-BE49-F238E27FC236}">
                <a16:creationId xmlns:a16="http://schemas.microsoft.com/office/drawing/2014/main" id="{95278398-64FC-7076-E236-DC80BF11C91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4912" y="3428884"/>
            <a:ext cx="5707565" cy="277874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FA7832B-631D-EBF4-9008-016C26BE244F}"/>
                  </a:ext>
                </a:extLst>
              </p14:cNvPr>
              <p14:cNvContentPartPr/>
              <p14:nvPr/>
            </p14:nvContentPartPr>
            <p14:xfrm>
              <a:off x="2526991" y="4729975"/>
              <a:ext cx="180975" cy="13335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FA7832B-631D-EBF4-9008-016C26BE244F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517814" y="4721293"/>
                <a:ext cx="198962" cy="1503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B001E27-CB97-536E-F706-3893D609D082}"/>
                  </a:ext>
                </a:extLst>
              </p14:cNvPr>
              <p14:cNvContentPartPr/>
              <p14:nvPr/>
            </p14:nvContentPartPr>
            <p14:xfrm>
              <a:off x="2488337" y="4729975"/>
              <a:ext cx="276225" cy="9525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B001E27-CB97-536E-F706-3893D609D08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479427" y="4721220"/>
                <a:ext cx="293690" cy="1124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6C8C74D-1C1D-F168-0431-35827C171DDE}"/>
                  </a:ext>
                </a:extLst>
              </p14:cNvPr>
              <p14:cNvContentPartPr/>
              <p14:nvPr/>
            </p14:nvContentPartPr>
            <p14:xfrm>
              <a:off x="2025804" y="3391829"/>
              <a:ext cx="952500" cy="13335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6C8C74D-1C1D-F168-0431-35827C171DDE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016781" y="3382821"/>
                <a:ext cx="970186" cy="13511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3DED3EE-13B2-4393-66DB-3EF208AF86B6}"/>
                  </a:ext>
                </a:extLst>
              </p14:cNvPr>
              <p14:cNvContentPartPr/>
              <p14:nvPr/>
            </p14:nvContentPartPr>
            <p14:xfrm>
              <a:off x="2874621" y="3883935"/>
              <a:ext cx="1066800" cy="47625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3DED3EE-13B2-4393-66DB-3EF208AF86B6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865620" y="3875210"/>
                <a:ext cx="1084442" cy="654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B4D52559-0C04-40FE-E203-BFB85A753BFC}"/>
                  </a:ext>
                </a:extLst>
              </p14:cNvPr>
              <p14:cNvContentPartPr/>
              <p14:nvPr/>
            </p14:nvContentPartPr>
            <p14:xfrm>
              <a:off x="3939292" y="3416545"/>
              <a:ext cx="676275" cy="100965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B4D52559-0C04-40FE-E203-BFB85A753BFC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930361" y="3407891"/>
                <a:ext cx="693780" cy="10273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62B0F4B7-EC58-07E6-86A5-FC99F17BB122}"/>
                  </a:ext>
                </a:extLst>
              </p14:cNvPr>
              <p14:cNvContentPartPr/>
              <p14:nvPr/>
            </p14:nvContentPartPr>
            <p14:xfrm>
              <a:off x="3006723" y="4347998"/>
              <a:ext cx="800100" cy="19050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62B0F4B7-EC58-07E6-86A5-FC99F17BB122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2997688" y="4339206"/>
                <a:ext cx="817808" cy="2084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94553A79-0DCC-02C0-5616-77DE5F794C45}"/>
                  </a:ext>
                </a:extLst>
              </p14:cNvPr>
              <p14:cNvContentPartPr/>
              <p14:nvPr/>
            </p14:nvContentPartPr>
            <p14:xfrm>
              <a:off x="3647165" y="4246756"/>
              <a:ext cx="219075" cy="28575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94553A79-0DCC-02C0-5616-77DE5F794C45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638460" y="4238173"/>
                <a:ext cx="236848" cy="3032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1D216D3F-3261-E1C6-BB5E-3DA395276883}"/>
                  </a:ext>
                </a:extLst>
              </p14:cNvPr>
              <p14:cNvContentPartPr/>
              <p14:nvPr/>
            </p14:nvContentPartPr>
            <p14:xfrm>
              <a:off x="2862145" y="3466170"/>
              <a:ext cx="923925" cy="47625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1D216D3F-3261-E1C6-BB5E-3DA395276883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2853547" y="3457011"/>
                <a:ext cx="941479" cy="655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11080A4D-F80B-04FD-7E9F-2E8A2E7F76D1}"/>
                  </a:ext>
                </a:extLst>
              </p14:cNvPr>
              <p14:cNvContentPartPr/>
              <p14:nvPr/>
            </p14:nvContentPartPr>
            <p14:xfrm>
              <a:off x="3674486" y="3419707"/>
              <a:ext cx="171450" cy="22860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11080A4D-F80B-04FD-7E9F-2E8A2E7F76D1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665500" y="3411240"/>
                <a:ext cx="189062" cy="2458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58740176-AC47-7C19-D764-CC8876528764}"/>
                  </a:ext>
                </a:extLst>
              </p14:cNvPr>
              <p14:cNvContentPartPr/>
              <p14:nvPr/>
            </p14:nvContentPartPr>
            <p14:xfrm>
              <a:off x="3755049" y="3782121"/>
              <a:ext cx="190500" cy="257175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58740176-AC47-7C19-D764-CC8876528764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746598" y="3773596"/>
                <a:ext cx="207754" cy="2745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2F60CA7-50B9-43C2-0FC2-8EC2F35CC9EB}"/>
                  </a:ext>
                </a:extLst>
              </p14:cNvPr>
              <p14:cNvContentPartPr/>
              <p14:nvPr/>
            </p14:nvContentPartPr>
            <p14:xfrm>
              <a:off x="4354984" y="3456878"/>
              <a:ext cx="152400" cy="17145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2F60CA7-50B9-43C2-0FC2-8EC2F35CC9EB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4345977" y="3448142"/>
                <a:ext cx="170054" cy="1892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9D6C5D4A-08D4-1F0F-23E5-2B8372BD2208}"/>
                  </a:ext>
                </a:extLst>
              </p14:cNvPr>
              <p14:cNvContentPartPr/>
              <p14:nvPr/>
            </p14:nvContentPartPr>
            <p14:xfrm>
              <a:off x="4358268" y="3466170"/>
              <a:ext cx="152400" cy="1524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9D6C5D4A-08D4-1F0F-23E5-2B8372BD2208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4349303" y="3457033"/>
                <a:ext cx="169971" cy="1703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65E9B825-5229-530A-EDC6-F3FEC32BA33C}"/>
                  </a:ext>
                </a:extLst>
              </p14:cNvPr>
              <p14:cNvContentPartPr/>
              <p14:nvPr/>
            </p14:nvContentPartPr>
            <p14:xfrm>
              <a:off x="4339682" y="3436191"/>
              <a:ext cx="247650" cy="219075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65E9B825-5229-530A-EDC6-F3FEC32BA33C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4330657" y="3427697"/>
                <a:ext cx="265339" cy="2364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E678A8DF-BCF7-C8A5-FF66-5D455A541810}"/>
                  </a:ext>
                </a:extLst>
              </p14:cNvPr>
              <p14:cNvContentPartPr/>
              <p14:nvPr/>
            </p14:nvContentPartPr>
            <p14:xfrm>
              <a:off x="4682877" y="3688579"/>
              <a:ext cx="276225" cy="257175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E678A8DF-BCF7-C8A5-FF66-5D455A541810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4674378" y="3679420"/>
                <a:ext cx="293578" cy="2751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AA75F936-CBF3-6DB4-F7B9-F865AF07AF4D}"/>
                  </a:ext>
                </a:extLst>
              </p14:cNvPr>
              <p14:cNvContentPartPr/>
              <p14:nvPr/>
            </p14:nvContentPartPr>
            <p14:xfrm>
              <a:off x="4579191" y="3827630"/>
              <a:ext cx="161925" cy="5715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AA75F936-CBF3-6DB4-F7B9-F865AF07AF4D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4570352" y="3818644"/>
                <a:ext cx="179249" cy="747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EBD2855B-C31D-03FA-8FB5-CDCC92DDF854}"/>
                  </a:ext>
                </a:extLst>
              </p14:cNvPr>
              <p14:cNvContentPartPr/>
              <p14:nvPr/>
            </p14:nvContentPartPr>
            <p14:xfrm>
              <a:off x="3942865" y="2907644"/>
              <a:ext cx="228600" cy="17145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EBD2855B-C31D-03FA-8FB5-CDCC92DDF854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3934306" y="2898908"/>
                <a:ext cx="246075" cy="1892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5295B2DC-15AD-8015-DB94-0908E068E845}"/>
                  </a:ext>
                </a:extLst>
              </p14:cNvPr>
              <p14:cNvContentPartPr/>
              <p14:nvPr/>
            </p14:nvContentPartPr>
            <p14:xfrm>
              <a:off x="3898632" y="2799447"/>
              <a:ext cx="57150" cy="123825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5295B2DC-15AD-8015-DB94-0908E068E845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3890468" y="2791099"/>
                <a:ext cx="73819" cy="140868"/>
              </a:xfrm>
              <a:prstGeom prst="rect">
                <a:avLst/>
              </a:prstGeom>
            </p:spPr>
          </p:pic>
        </mc:Fallback>
      </mc:AlternateContent>
      <p:pic>
        <p:nvPicPr>
          <p:cNvPr id="34" name="Picture 34">
            <a:extLst>
              <a:ext uri="{FF2B5EF4-FFF2-40B4-BE49-F238E27FC236}">
                <a16:creationId xmlns:a16="http://schemas.microsoft.com/office/drawing/2014/main" id="{52C2A0D8-416A-37A7-EB71-B59726704D41}"/>
              </a:ext>
            </a:extLst>
      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6629400" y="567117"/>
            <a:ext cx="2743200" cy="133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1473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EFF6B61-AF2F-BD60-5391-B10193886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557" y="508870"/>
            <a:ext cx="6162907" cy="299689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B8944F6-9952-804D-864D-E172381F5A9A}"/>
                  </a:ext>
                </a:extLst>
              </p14:cNvPr>
              <p14:cNvContentPartPr/>
              <p14:nvPr/>
            </p14:nvContentPartPr>
            <p14:xfrm>
              <a:off x="2497119" y="1849243"/>
              <a:ext cx="333375" cy="561975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B8944F6-9952-804D-864D-E172381F5A9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79348" y="1831380"/>
                <a:ext cx="368561" cy="5973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E028FF9-C0DF-75D7-9A1E-D8B8E23E0742}"/>
                  </a:ext>
                </a:extLst>
              </p14:cNvPr>
              <p14:cNvContentPartPr/>
              <p14:nvPr/>
            </p14:nvContentPartPr>
            <p14:xfrm>
              <a:off x="2434682" y="2040284"/>
              <a:ext cx="438150" cy="180975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E028FF9-C0DF-75D7-9A1E-D8B8E23E074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17199" y="2022223"/>
                <a:ext cx="473473" cy="2167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8C875B8-E1D8-E0F1-6CB6-CF886885BDCC}"/>
                  </a:ext>
                </a:extLst>
              </p14:cNvPr>
              <p14:cNvContentPartPr/>
              <p14:nvPr/>
            </p14:nvContentPartPr>
            <p14:xfrm>
              <a:off x="2564536" y="2740277"/>
              <a:ext cx="523875" cy="561975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8C875B8-E1D8-E0F1-6CB6-CF886885BDC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546446" y="2722195"/>
                <a:ext cx="559692" cy="597776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4263EAF-F045-1F18-2B63-B52D772D8277}"/>
              </a:ext>
            </a:extLst>
          </p:cNvPr>
          <p:cNvSpPr txBox="1"/>
          <p:nvPr/>
        </p:nvSpPr>
        <p:spPr>
          <a:xfrm>
            <a:off x="5123985" y="4324815"/>
            <a:ext cx="27432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Please remove yellow slider and replace with green hand pointing to the almost invisible button on the same level as the handle on the door.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F2C5FD4-CFE9-B3C7-4C8B-98AE1D28C6F6}"/>
                  </a:ext>
                </a:extLst>
              </p14:cNvPr>
              <p14:cNvContentPartPr/>
              <p14:nvPr/>
            </p14:nvContentPartPr>
            <p14:xfrm>
              <a:off x="2230243" y="2693188"/>
              <a:ext cx="19050" cy="9525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F2C5FD4-CFE9-B3C7-4C8B-98AE1D28C6F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209977" y="2678305"/>
                <a:ext cx="59177" cy="389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3790C79-5552-B9C7-9C95-F8C5E114FF7A}"/>
                  </a:ext>
                </a:extLst>
              </p14:cNvPr>
              <p14:cNvContentPartPr/>
              <p14:nvPr/>
            </p14:nvContentPartPr>
            <p14:xfrm>
              <a:off x="2341755" y="2631759"/>
              <a:ext cx="9525" cy="9525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3790C79-5552-B9C7-9C95-F8C5E114FF7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327170" y="2609080"/>
                <a:ext cx="38993" cy="544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A4E8406-4D3E-B04B-82C0-8882EBD46760}"/>
                  </a:ext>
                </a:extLst>
              </p14:cNvPr>
              <p14:cNvContentPartPr/>
              <p14:nvPr/>
            </p14:nvContentPartPr>
            <p14:xfrm>
              <a:off x="2416097" y="2588977"/>
              <a:ext cx="9525" cy="9525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A4E8406-4D3E-B04B-82C0-8882EBD4676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393872" y="2546547"/>
                <a:ext cx="54429" cy="952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BEC4652-2372-2554-159E-ABB562A2A79E}"/>
                  </a:ext>
                </a:extLst>
              </p14:cNvPr>
              <p14:cNvContentPartPr/>
              <p14:nvPr/>
            </p14:nvContentPartPr>
            <p14:xfrm>
              <a:off x="2481145" y="2551793"/>
              <a:ext cx="28575" cy="9525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BEC4652-2372-2554-159E-ABB562A2A79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461698" y="2539179"/>
                <a:ext cx="67866" cy="350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B77A73C-2EB2-FD0F-2BB6-99F9D51C0F36}"/>
                  </a:ext>
                </a:extLst>
              </p14:cNvPr>
              <p14:cNvContentPartPr/>
              <p14:nvPr/>
            </p14:nvContentPartPr>
            <p14:xfrm>
              <a:off x="2564780" y="2514764"/>
              <a:ext cx="38100" cy="9525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B77A73C-2EB2-FD0F-2BB6-99F9D51C0F3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545333" y="2501892"/>
                <a:ext cx="77391" cy="350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559C1A2-CE33-638A-AD10-EEAB9EEC4EC3}"/>
                  </a:ext>
                </a:extLst>
              </p14:cNvPr>
              <p14:cNvContentPartPr/>
              <p14:nvPr/>
            </p14:nvContentPartPr>
            <p14:xfrm>
              <a:off x="2685584" y="2490438"/>
              <a:ext cx="9525" cy="9525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559C1A2-CE33-638A-AD10-EEAB9EEC4EC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218859" y="2023713"/>
                <a:ext cx="952500" cy="952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3780EFF-28CD-7BAA-718B-1C1BD248C768}"/>
                  </a:ext>
                </a:extLst>
              </p14:cNvPr>
              <p14:cNvContentPartPr/>
              <p14:nvPr/>
            </p14:nvContentPartPr>
            <p14:xfrm>
              <a:off x="2769219" y="2427081"/>
              <a:ext cx="38100" cy="1905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3780EFF-28CD-7BAA-718B-1C1BD248C768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748953" y="2407634"/>
                <a:ext cx="78227" cy="583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036B1C8-BEAE-D53E-A210-583564D37D77}"/>
                  </a:ext>
                </a:extLst>
              </p14:cNvPr>
              <p14:cNvContentPartPr/>
              <p14:nvPr/>
            </p14:nvContentPartPr>
            <p14:xfrm>
              <a:off x="2862145" y="2384795"/>
              <a:ext cx="47625" cy="1905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036B1C8-BEAE-D53E-A210-583564D37D77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843017" y="2369432"/>
                <a:ext cx="86272" cy="494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F8A15F2-0416-F435-089F-F53A490C7E93}"/>
                  </a:ext>
                </a:extLst>
              </p14:cNvPr>
              <p14:cNvContentPartPr/>
              <p14:nvPr/>
            </p14:nvContentPartPr>
            <p14:xfrm>
              <a:off x="2351048" y="3042443"/>
              <a:ext cx="28575" cy="1905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F8A15F2-0416-F435-089F-F53A490C7E93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331998" y="3020218"/>
                <a:ext cx="66294" cy="639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09E4798-29A8-EF03-BB1C-9727DCA3EE0C}"/>
                  </a:ext>
                </a:extLst>
              </p14:cNvPr>
              <p14:cNvContentPartPr/>
              <p14:nvPr/>
            </p14:nvContentPartPr>
            <p14:xfrm>
              <a:off x="2443975" y="2975906"/>
              <a:ext cx="38100" cy="28575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09E4798-29A8-EF03-BB1C-9727DCA3EE0C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424528" y="2956062"/>
                <a:ext cx="77391" cy="678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9A9CFB1-39F6-5D86-735A-2378DA0D8F05}"/>
                  </a:ext>
                </a:extLst>
              </p14:cNvPr>
              <p14:cNvContentPartPr/>
              <p14:nvPr/>
            </p14:nvContentPartPr>
            <p14:xfrm>
              <a:off x="2527609" y="2945779"/>
              <a:ext cx="9525" cy="9525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9A9CFB1-39F6-5D86-735A-2378DA0D8F05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051359" y="2469529"/>
                <a:ext cx="952500" cy="952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62F8C38-3579-8F83-21B6-E91E3B2EEF57}"/>
                  </a:ext>
                </a:extLst>
              </p14:cNvPr>
              <p14:cNvContentPartPr/>
              <p14:nvPr/>
            </p14:nvContentPartPr>
            <p14:xfrm>
              <a:off x="2574072" y="2927194"/>
              <a:ext cx="9525" cy="9525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62F8C38-3579-8F83-21B6-E91E3B2EEF57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097822" y="2460469"/>
                <a:ext cx="952500" cy="952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85B7B44-767A-5D5A-3A1E-49DD7EA0ADC6}"/>
                  </a:ext>
                </a:extLst>
              </p14:cNvPr>
              <p14:cNvContentPartPr/>
              <p14:nvPr/>
            </p14:nvContentPartPr>
            <p14:xfrm>
              <a:off x="2834267" y="2784110"/>
              <a:ext cx="9525" cy="9525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85B7B44-767A-5D5A-3A1E-49DD7EA0ADC6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816628" y="2771238"/>
                <a:ext cx="44450" cy="350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66AE910-DC74-2729-E96C-50808B0CEFE5}"/>
                  </a:ext>
                </a:extLst>
              </p14:cNvPr>
              <p14:cNvContentPartPr/>
              <p14:nvPr/>
            </p14:nvContentPartPr>
            <p14:xfrm>
              <a:off x="2862145" y="2752324"/>
              <a:ext cx="28575" cy="1905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66AE910-DC74-2729-E96C-50808B0CEFE5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842424" y="2732877"/>
                <a:ext cx="68419" cy="583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53EA889-D081-431E-3DB3-AB1BD741A9FD}"/>
                  </a:ext>
                </a:extLst>
              </p14:cNvPr>
              <p14:cNvContentPartPr/>
              <p14:nvPr/>
            </p14:nvContentPartPr>
            <p14:xfrm>
              <a:off x="2917901" y="2730298"/>
              <a:ext cx="9525" cy="9525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53EA889-D081-431E-3DB3-AB1BD741A9FD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2903018" y="2715713"/>
                <a:ext cx="38993" cy="389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F72B360-8451-F308-1535-2DF80518F303}"/>
                  </a:ext>
                </a:extLst>
              </p14:cNvPr>
              <p14:cNvContentPartPr/>
              <p14:nvPr/>
            </p14:nvContentPartPr>
            <p14:xfrm>
              <a:off x="3001536" y="2679899"/>
              <a:ext cx="19050" cy="9525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EF72B360-8451-F308-1535-2DF80518F303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979385" y="2651884"/>
                <a:ext cx="62909" cy="649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E5C6811-4D06-CFEE-4501-806DBE7F59DE}"/>
                  </a:ext>
                </a:extLst>
              </p14:cNvPr>
              <p14:cNvContentPartPr/>
              <p14:nvPr/>
            </p14:nvContentPartPr>
            <p14:xfrm>
              <a:off x="3103755" y="2642728"/>
              <a:ext cx="28575" cy="9525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E5C6811-4D06-CFEE-4501-806DBE7F59DE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084834" y="2615274"/>
                <a:ext cx="66804" cy="649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04DAB945-FD4A-77C4-443D-24625517BDF1}"/>
                  </a:ext>
                </a:extLst>
              </p14:cNvPr>
              <p14:cNvContentPartPr/>
              <p14:nvPr/>
            </p14:nvContentPartPr>
            <p14:xfrm>
              <a:off x="3233853" y="2629828"/>
              <a:ext cx="9525" cy="9525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04DAB945-FD4A-77C4-443D-24625517BDF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767128" y="2163103"/>
                <a:ext cx="952500" cy="952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AA7567C1-13D5-C38E-3172-87B0E22240D0}"/>
                  </a:ext>
                </a:extLst>
              </p14:cNvPr>
              <p14:cNvContentPartPr/>
              <p14:nvPr/>
            </p14:nvContentPartPr>
            <p14:xfrm>
              <a:off x="7313340" y="5779457"/>
              <a:ext cx="85725" cy="1905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AA7567C1-13D5-C38E-3172-87B0E22240D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294623" y="5762171"/>
                <a:ext cx="122785" cy="539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1CBCCABD-1B14-D13D-47F9-9A7B0B8F2B2F}"/>
                  </a:ext>
                </a:extLst>
              </p14:cNvPr>
              <p14:cNvContentPartPr/>
              <p14:nvPr/>
            </p14:nvContentPartPr>
            <p14:xfrm>
              <a:off x="7424853" y="5807926"/>
              <a:ext cx="57150" cy="9525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1CBCCABD-1B14-D13D-47F9-9A7B0B8F2B2F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408477" y="5785701"/>
                <a:ext cx="90237" cy="544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65695B4B-057F-CC0D-12C0-56A21F789EF2}"/>
                  </a:ext>
                </a:extLst>
              </p14:cNvPr>
              <p14:cNvContentPartPr/>
              <p14:nvPr/>
            </p14:nvContentPartPr>
            <p14:xfrm>
              <a:off x="7629292" y="5835804"/>
              <a:ext cx="19050" cy="9525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65695B4B-057F-CC0D-12C0-56A21F789EF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611341" y="5369079"/>
                <a:ext cx="55318" cy="952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7AD16207-B965-53CC-7B50-DC661A22B4CF}"/>
                  </a:ext>
                </a:extLst>
              </p14:cNvPr>
              <p14:cNvContentPartPr/>
              <p14:nvPr/>
            </p14:nvContentPartPr>
            <p14:xfrm>
              <a:off x="7731511" y="5826511"/>
              <a:ext cx="9525" cy="9525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7AD16207-B965-53CC-7B50-DC661A22B4C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264786" y="5359786"/>
                <a:ext cx="952500" cy="952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1D3BFE6-73DB-D54A-10D1-07CDC7363B03}"/>
                  </a:ext>
                </a:extLst>
              </p14:cNvPr>
              <p14:cNvContentPartPr/>
              <p14:nvPr/>
            </p14:nvContentPartPr>
            <p14:xfrm>
              <a:off x="7815145" y="5798228"/>
              <a:ext cx="161925" cy="9525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1D3BFE6-73DB-D54A-10D1-07CDC7363B03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7797153" y="5781559"/>
                <a:ext cx="198276" cy="432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0E206FF2-DD39-A5FD-E1BF-3081F5242A4A}"/>
                  </a:ext>
                </a:extLst>
              </p14:cNvPr>
              <p14:cNvContentPartPr/>
              <p14:nvPr/>
            </p14:nvContentPartPr>
            <p14:xfrm>
              <a:off x="7341219" y="5947317"/>
              <a:ext cx="19050" cy="1905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0E206FF2-DD39-A5FD-E1BF-3081F5242A4A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7321358" y="5926150"/>
                <a:ext cx="59177" cy="6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EE44FCBE-E05D-F09A-78B0-E1F704E8DF8C}"/>
                  </a:ext>
                </a:extLst>
              </p14:cNvPr>
              <p14:cNvContentPartPr/>
              <p14:nvPr/>
            </p14:nvContentPartPr>
            <p14:xfrm>
              <a:off x="7443438" y="5993779"/>
              <a:ext cx="9525" cy="9525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EE44FCBE-E05D-F09A-78B0-E1F704E8DF8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976713" y="5527054"/>
                <a:ext cx="952500" cy="952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DA344D0E-EFA5-E36F-0080-62544F33CDBF}"/>
                  </a:ext>
                </a:extLst>
              </p14:cNvPr>
              <p14:cNvContentPartPr/>
              <p14:nvPr/>
            </p14:nvContentPartPr>
            <p14:xfrm>
              <a:off x="7564243" y="5984487"/>
              <a:ext cx="19050" cy="9525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DA344D0E-EFA5-E36F-0080-62544F33CDB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542535" y="5508237"/>
                <a:ext cx="62909" cy="952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A0C7AB2B-620B-13C6-08DF-ECF9C946F839}"/>
                  </a:ext>
                </a:extLst>
              </p14:cNvPr>
              <p14:cNvContentPartPr/>
              <p14:nvPr/>
            </p14:nvContentPartPr>
            <p14:xfrm>
              <a:off x="7647877" y="5984487"/>
              <a:ext cx="9525" cy="9525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A0C7AB2B-620B-13C6-08DF-ECF9C946F839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181152" y="5508237"/>
                <a:ext cx="952500" cy="952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D150B8F0-2F90-EB61-7246-114FA354D118}"/>
                  </a:ext>
                </a:extLst>
              </p14:cNvPr>
              <p14:cNvContentPartPr/>
              <p14:nvPr/>
            </p14:nvContentPartPr>
            <p14:xfrm>
              <a:off x="7731512" y="5988094"/>
              <a:ext cx="38100" cy="9525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D150B8F0-2F90-EB61-7246-114FA354D118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7712843" y="5960640"/>
                <a:ext cx="75819" cy="649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60E993E6-26FB-0531-70C2-AC99C7B130D7}"/>
                  </a:ext>
                </a:extLst>
              </p14:cNvPr>
              <p14:cNvContentPartPr/>
              <p14:nvPr/>
            </p14:nvContentPartPr>
            <p14:xfrm>
              <a:off x="7870901" y="5984487"/>
              <a:ext cx="9525" cy="9525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60E993E6-26FB-0531-70C2-AC99C7B130D7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404176" y="5508237"/>
                <a:ext cx="952500" cy="952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8DCA2D0-26B4-0F64-240E-DDBB9897F873}"/>
                  </a:ext>
                </a:extLst>
              </p14:cNvPr>
              <p14:cNvContentPartPr/>
              <p14:nvPr/>
            </p14:nvContentPartPr>
            <p14:xfrm>
              <a:off x="7973121" y="5993779"/>
              <a:ext cx="9525" cy="9525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8DCA2D0-26B4-0F64-240E-DDBB9897F87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506396" y="5527054"/>
                <a:ext cx="952500" cy="952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B1907702-3B53-87FD-2357-9627341E85FD}"/>
                  </a:ext>
                </a:extLst>
              </p14:cNvPr>
              <p14:cNvContentPartPr/>
              <p14:nvPr/>
            </p14:nvContentPartPr>
            <p14:xfrm>
              <a:off x="8066048" y="5980806"/>
              <a:ext cx="28575" cy="9525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B1907702-3B53-87FD-2357-9627341E85FD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8050173" y="5938376"/>
                <a:ext cx="60008" cy="952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DE438676-A033-7F39-5AAA-02625AB7C08F}"/>
                  </a:ext>
                </a:extLst>
              </p14:cNvPr>
              <p14:cNvContentPartPr/>
              <p14:nvPr/>
            </p14:nvContentPartPr>
            <p14:xfrm>
              <a:off x="7799943" y="4607921"/>
              <a:ext cx="190500" cy="40005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DE438676-A033-7F39-5AAA-02625AB7C08F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782495" y="4590325"/>
                <a:ext cx="225751" cy="4356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B849FEC7-AADD-D3C6-EF93-CC1ED8BE8156}"/>
                  </a:ext>
                </a:extLst>
              </p14:cNvPr>
              <p14:cNvContentPartPr/>
              <p14:nvPr/>
            </p14:nvContentPartPr>
            <p14:xfrm>
              <a:off x="7855613" y="4802840"/>
              <a:ext cx="428625" cy="447675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B849FEC7-AADD-D3C6-EF93-CC1ED8BE8156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837466" y="4785235"/>
                <a:ext cx="464555" cy="483245"/>
              </a:xfrm>
              <a:prstGeom prst="rect">
                <a:avLst/>
              </a:prstGeom>
            </p:spPr>
          </p:pic>
        </mc:Fallback>
      </mc:AlternateContent>
      <p:pic>
        <p:nvPicPr>
          <p:cNvPr id="40" name="Picture 40">
            <a:extLst>
              <a:ext uri="{FF2B5EF4-FFF2-40B4-BE49-F238E27FC236}">
                <a16:creationId xmlns:a16="http://schemas.microsoft.com/office/drawing/2014/main" id="{ECA2DA72-F49F-18BB-0FD2-C23EE1444CD9}"/>
              </a:ext>
            </a:extLst>
      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6777135" y="508615"/>
            <a:ext cx="5853404" cy="291717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3D9B0614-9F8F-07F5-AAEE-625493E5AF99}"/>
                  </a:ext>
                </a:extLst>
              </p14:cNvPr>
              <p14:cNvContentPartPr/>
              <p14:nvPr/>
            </p14:nvContentPartPr>
            <p14:xfrm>
              <a:off x="9088189" y="2273746"/>
              <a:ext cx="523875" cy="561975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3D9B0614-9F8F-07F5-AAEE-625493E5AF99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9070099" y="2255676"/>
                <a:ext cx="559692" cy="5977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01CFC482-5D81-DDCE-6D89-6F99AE460A83}"/>
                  </a:ext>
                </a:extLst>
              </p14:cNvPr>
              <p14:cNvContentPartPr/>
              <p14:nvPr/>
            </p14:nvContentPartPr>
            <p14:xfrm>
              <a:off x="8865810" y="1831585"/>
              <a:ext cx="371475" cy="247649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01CFC482-5D81-DDCE-6D89-6F99AE460A83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8856820" y="1822857"/>
                <a:ext cx="389096" cy="2654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94BA357D-0E9D-E5B0-9037-ECF560E235B3}"/>
                  </a:ext>
                </a:extLst>
              </p14:cNvPr>
              <p14:cNvContentPartPr/>
              <p14:nvPr/>
            </p14:nvContentPartPr>
            <p14:xfrm>
              <a:off x="8926285" y="1819469"/>
              <a:ext cx="247649" cy="20955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94BA357D-0E9D-E5B0-9037-ECF560E235B3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8917721" y="1810529"/>
                <a:ext cx="265134" cy="2270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85C68EEE-C048-25DF-EE4E-630EA9F9C71C}"/>
                  </a:ext>
                </a:extLst>
              </p14:cNvPr>
              <p14:cNvContentPartPr/>
              <p14:nvPr/>
            </p14:nvContentPartPr>
            <p14:xfrm>
              <a:off x="5401861" y="3739531"/>
              <a:ext cx="504825" cy="28575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85C68EEE-C048-25DF-EE4E-630EA9F9C71C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5392942" y="3730784"/>
                <a:ext cx="522307" cy="3036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43C2BFDB-2AEF-5F57-DA85-ED052233B555}"/>
                  </a:ext>
                </a:extLst>
              </p14:cNvPr>
              <p14:cNvContentPartPr/>
              <p14:nvPr/>
            </p14:nvContentPartPr>
            <p14:xfrm>
              <a:off x="6034503" y="3769364"/>
              <a:ext cx="19049" cy="200024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43C2BFDB-2AEF-5F57-DA85-ED052233B555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6023618" y="3760529"/>
                <a:ext cx="41273" cy="2173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384C6077-DD81-5FB9-8406-7EC3730DC787}"/>
                  </a:ext>
                </a:extLst>
              </p14:cNvPr>
              <p14:cNvContentPartPr/>
              <p14:nvPr/>
            </p14:nvContentPartPr>
            <p14:xfrm>
              <a:off x="6008711" y="3729949"/>
              <a:ext cx="190500" cy="26670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384C6077-DD81-5FB9-8406-7EC3730DC787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5999940" y="3720828"/>
                <a:ext cx="207691" cy="2845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01591B8D-C399-E752-2B28-F93C471CF7C3}"/>
                  </a:ext>
                </a:extLst>
              </p14:cNvPr>
              <p14:cNvContentPartPr/>
              <p14:nvPr/>
            </p14:nvContentPartPr>
            <p14:xfrm>
              <a:off x="6313713" y="3716693"/>
              <a:ext cx="219075" cy="22860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01591B8D-C399-E752-2B28-F93C471CF7C3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6304921" y="3707693"/>
                <a:ext cx="237026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6BEBEEC4-91AF-15E4-F35F-53ADFE6D4D85}"/>
                  </a:ext>
                </a:extLst>
              </p14:cNvPr>
              <p14:cNvContentPartPr/>
              <p14:nvPr/>
            </p14:nvContentPartPr>
            <p14:xfrm>
              <a:off x="6301844" y="3732244"/>
              <a:ext cx="209550" cy="247649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6BEBEEC4-91AF-15E4-F35F-53ADFE6D4D85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6293406" y="3723139"/>
                <a:ext cx="226778" cy="2654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7543DED7-FA5B-8A0C-867C-BA62F1743B7D}"/>
                  </a:ext>
                </a:extLst>
              </p14:cNvPr>
              <p14:cNvContentPartPr/>
              <p14:nvPr/>
            </p14:nvContentPartPr>
            <p14:xfrm>
              <a:off x="2185701" y="3722900"/>
              <a:ext cx="171449" cy="26670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7543DED7-FA5B-8A0C-867C-BA62F1743B7D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2176734" y="3713962"/>
                <a:ext cx="189024" cy="2842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5E059DE5-A971-B04D-19FA-BE14A6B6B1E7}"/>
                  </a:ext>
                </a:extLst>
              </p14:cNvPr>
              <p14:cNvContentPartPr/>
              <p14:nvPr/>
            </p14:nvContentPartPr>
            <p14:xfrm>
              <a:off x="2378230" y="3878361"/>
              <a:ext cx="400050" cy="104775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5E059DE5-A971-B04D-19FA-BE14A6B6B1E7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2369220" y="3869266"/>
                <a:ext cx="417710" cy="1226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CB46C5E1-B5AF-3FE1-81AC-F0DB8B83DD92}"/>
                  </a:ext>
                </a:extLst>
              </p14:cNvPr>
              <p14:cNvContentPartPr/>
              <p14:nvPr/>
            </p14:nvContentPartPr>
            <p14:xfrm>
              <a:off x="2892489" y="3764200"/>
              <a:ext cx="95250" cy="200024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CB46C5E1-B5AF-3FE1-81AC-F0DB8B83DD92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2883604" y="3755550"/>
                <a:ext cx="112665" cy="2176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5C32C090-83C8-2E3B-FB9E-4ABC735795C9}"/>
                  </a:ext>
                </a:extLst>
              </p14:cNvPr>
              <p14:cNvContentPartPr/>
              <p14:nvPr/>
            </p14:nvContentPartPr>
            <p14:xfrm>
              <a:off x="3071326" y="3873871"/>
              <a:ext cx="76200" cy="9524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5C32C090-83C8-2E3B-FB9E-4ABC735795C9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3063051" y="3860643"/>
                <a:ext cx="93095" cy="354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77888BD5-CD74-8754-C2E9-0A4F9990C9A8}"/>
                  </a:ext>
                </a:extLst>
              </p14:cNvPr>
              <p14:cNvContentPartPr/>
              <p14:nvPr/>
            </p14:nvContentPartPr>
            <p14:xfrm>
              <a:off x="3230999" y="3738109"/>
              <a:ext cx="180975" cy="20955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77888BD5-CD74-8754-C2E9-0A4F9990C9A8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3222128" y="3729290"/>
                <a:ext cx="198363" cy="2268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0A134D69-B172-953B-9C85-14023578613B}"/>
                  </a:ext>
                </a:extLst>
              </p14:cNvPr>
              <p14:cNvContentPartPr/>
              <p14:nvPr/>
            </p14:nvContentPartPr>
            <p14:xfrm>
              <a:off x="8483199" y="3569881"/>
              <a:ext cx="209550" cy="19050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0A134D69-B172-953B-9C85-14023578613B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8474182" y="3561383"/>
                <a:ext cx="227223" cy="2078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222FC57A-3FC9-0FCC-9911-9E198D1BED23}"/>
                  </a:ext>
                </a:extLst>
              </p14:cNvPr>
              <p14:cNvContentPartPr/>
              <p14:nvPr/>
            </p14:nvContentPartPr>
            <p14:xfrm>
              <a:off x="8724121" y="3654554"/>
              <a:ext cx="352425" cy="123825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222FC57A-3FC9-0FCC-9911-9E198D1BED23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8715221" y="3645839"/>
                <a:ext cx="369868" cy="1416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649A5043-0E09-3EF7-029E-E7E9C0B7B4FF}"/>
                  </a:ext>
                </a:extLst>
              </p14:cNvPr>
              <p14:cNvContentPartPr/>
              <p14:nvPr/>
            </p14:nvContentPartPr>
            <p14:xfrm>
              <a:off x="9019592" y="3631163"/>
              <a:ext cx="9524" cy="9524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649A5043-0E09-3EF7-029E-E7E9C0B7B4FF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9012978" y="3614156"/>
                <a:ext cx="22487" cy="428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4476C8D1-5A81-114B-D0EB-E3FD6EFB8676}"/>
                  </a:ext>
                </a:extLst>
              </p14:cNvPr>
              <p14:cNvContentPartPr/>
              <p14:nvPr/>
            </p14:nvContentPartPr>
            <p14:xfrm>
              <a:off x="9102474" y="3675035"/>
              <a:ext cx="95250" cy="85725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4476C8D1-5A81-114B-D0EB-E3FD6EFB8676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9093454" y="3665992"/>
                <a:ext cx="112929" cy="1034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8CB24F18-B6CE-7CD1-E260-DE0E355FF1CD}"/>
                  </a:ext>
                </a:extLst>
              </p14:cNvPr>
              <p14:cNvContentPartPr/>
              <p14:nvPr/>
            </p14:nvContentPartPr>
            <p14:xfrm>
              <a:off x="9143999" y="3571622"/>
              <a:ext cx="266700" cy="200024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8CB24F18-B6CE-7CD1-E260-DE0E355FF1CD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9135290" y="3563185"/>
                <a:ext cx="284480" cy="2172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F033B014-8AC7-6604-3355-102A70A9CE33}"/>
                  </a:ext>
                </a:extLst>
              </p14:cNvPr>
              <p14:cNvContentPartPr/>
              <p14:nvPr/>
            </p14:nvContentPartPr>
            <p14:xfrm>
              <a:off x="9439468" y="3679277"/>
              <a:ext cx="238125" cy="13335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F033B014-8AC7-6604-3355-102A70A9CE33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9430309" y="3670580"/>
                <a:ext cx="256076" cy="1511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023CACDB-77AF-1AA9-7BBB-26F0E6A952BF}"/>
                  </a:ext>
                </a:extLst>
              </p14:cNvPr>
              <p14:cNvContentPartPr/>
              <p14:nvPr/>
            </p14:nvContentPartPr>
            <p14:xfrm>
              <a:off x="9890577" y="3561183"/>
              <a:ext cx="95250" cy="20955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023CACDB-77AF-1AA9-7BBB-26F0E6A952BF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9881557" y="3552151"/>
                <a:ext cx="112929" cy="2272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AFC6C43E-891B-1DAB-4616-195B87595033}"/>
                  </a:ext>
                </a:extLst>
              </p14:cNvPr>
              <p14:cNvContentPartPr/>
              <p14:nvPr/>
            </p14:nvContentPartPr>
            <p14:xfrm>
              <a:off x="9964709" y="3695072"/>
              <a:ext cx="123825" cy="104775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AFC6C43E-891B-1DAB-4616-195B87595033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9955940" y="3686662"/>
                <a:ext cx="141013" cy="1219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01E3BE62-F3D0-C837-A58E-4180B9DEC7C9}"/>
                  </a:ext>
                </a:extLst>
              </p14:cNvPr>
              <p14:cNvContentPartPr/>
              <p14:nvPr/>
            </p14:nvContentPartPr>
            <p14:xfrm>
              <a:off x="10403286" y="3574037"/>
              <a:ext cx="133350" cy="238125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01E3BE62-F3D0-C837-A58E-4180B9DEC7C9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10394952" y="3565352"/>
                <a:ext cx="150366" cy="2558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FDD062B3-13FC-1182-B156-C53BC5BF9278}"/>
                  </a:ext>
                </a:extLst>
              </p14:cNvPr>
              <p14:cNvContentPartPr/>
              <p14:nvPr/>
            </p14:nvContentPartPr>
            <p14:xfrm>
              <a:off x="10419183" y="3711390"/>
              <a:ext cx="85725" cy="19049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FDD062B3-13FC-1182-B156-C53BC5BF9278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10410820" y="3703318"/>
                <a:ext cx="102800" cy="348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D0D494FC-E486-EC14-74C9-3F1995A29D4B}"/>
                  </a:ext>
                </a:extLst>
              </p14:cNvPr>
              <p14:cNvContentPartPr/>
              <p14:nvPr/>
            </p14:nvContentPartPr>
            <p14:xfrm>
              <a:off x="10435910" y="3575564"/>
              <a:ext cx="314325" cy="26670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D0D494FC-E486-EC14-74C9-3F1995A29D4B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10427199" y="3566938"/>
                <a:ext cx="332110" cy="28431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496479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1F1450F-A0B6-736B-8ED9-37457E0DF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604" y="570147"/>
            <a:ext cx="6405465" cy="315956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63E650A-788A-53B6-A7E2-9EDDB2C28359}"/>
                  </a:ext>
                </a:extLst>
              </p14:cNvPr>
              <p14:cNvContentPartPr/>
              <p14:nvPr/>
            </p14:nvContentPartPr>
            <p14:xfrm>
              <a:off x="7985569" y="769776"/>
              <a:ext cx="57150" cy="200024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63E650A-788A-53B6-A7E2-9EDDB2C2835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76888" y="761157"/>
                <a:ext cx="74874" cy="2176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244F377-0E6A-5B58-ABFC-EB6252E2FD27}"/>
                  </a:ext>
                </a:extLst>
              </p14:cNvPr>
              <p14:cNvContentPartPr/>
              <p14:nvPr/>
            </p14:nvContentPartPr>
            <p14:xfrm>
              <a:off x="7832659" y="667576"/>
              <a:ext cx="400050" cy="371475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244F377-0E6A-5B58-ABFC-EB6252E2FD2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23649" y="659053"/>
                <a:ext cx="417710" cy="3888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49F504B-64D0-D940-ECA8-A4F5361A7B5B}"/>
                  </a:ext>
                </a:extLst>
              </p14:cNvPr>
              <p14:cNvContentPartPr/>
              <p14:nvPr/>
            </p14:nvContentPartPr>
            <p14:xfrm>
              <a:off x="8234264" y="712585"/>
              <a:ext cx="238125" cy="257175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49F504B-64D0-D940-ECA8-A4F5361A7B5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225618" y="703818"/>
                <a:ext cx="255777" cy="2750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4B97C65-18D2-2F2B-888D-42306DB4EFE5}"/>
                  </a:ext>
                </a:extLst>
              </p14:cNvPr>
              <p14:cNvContentPartPr/>
              <p14:nvPr/>
            </p14:nvContentPartPr>
            <p14:xfrm>
              <a:off x="8560836" y="754223"/>
              <a:ext cx="123825" cy="219075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4B97C65-18D2-2F2B-888D-42306DB4EFE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551889" y="745756"/>
                <a:ext cx="141361" cy="2363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21EA876-9164-D0CE-542F-EB892A24AAB7}"/>
                  </a:ext>
                </a:extLst>
              </p14:cNvPr>
              <p14:cNvContentPartPr/>
              <p14:nvPr/>
            </p14:nvContentPartPr>
            <p14:xfrm>
              <a:off x="8509368" y="793102"/>
              <a:ext cx="133350" cy="152399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21EA876-9164-D0CE-542F-EB892A24AAB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500108" y="784596"/>
                <a:ext cx="151500" cy="1697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1F65030-3C40-3378-C6A4-E63626EC2A41}"/>
                  </a:ext>
                </a:extLst>
              </p14:cNvPr>
              <p14:cNvContentPartPr/>
              <p14:nvPr/>
            </p14:nvContentPartPr>
            <p14:xfrm>
              <a:off x="9043708" y="759739"/>
              <a:ext cx="104775" cy="238125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1F65030-3C40-3378-C6A4-E63626EC2A4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034419" y="750867"/>
                <a:ext cx="122981" cy="2555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62287B3-F8AE-8117-63B2-0B3F56CE6265}"/>
                  </a:ext>
                </a:extLst>
              </p14:cNvPr>
              <p14:cNvContentPartPr/>
              <p14:nvPr/>
            </p14:nvContentPartPr>
            <p14:xfrm>
              <a:off x="9143999" y="614265"/>
              <a:ext cx="266700" cy="32385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62287B3-F8AE-8117-63B2-0B3F56CE626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135326" y="605339"/>
                <a:ext cx="284408" cy="3413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B037741-86B3-5FD4-1252-06E21102EC15}"/>
                  </a:ext>
                </a:extLst>
              </p14:cNvPr>
              <p14:cNvContentPartPr/>
              <p14:nvPr/>
            </p14:nvContentPartPr>
            <p14:xfrm>
              <a:off x="9455020" y="815567"/>
              <a:ext cx="381000" cy="171449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B037741-86B3-5FD4-1252-06E21102EC1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446410" y="806656"/>
                <a:ext cx="398579" cy="1889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A710F56-6AE7-11BE-1114-902831EC5D6C}"/>
                  </a:ext>
                </a:extLst>
              </p14:cNvPr>
              <p14:cNvContentPartPr/>
              <p14:nvPr/>
            </p14:nvContentPartPr>
            <p14:xfrm>
              <a:off x="10069285" y="691923"/>
              <a:ext cx="266700" cy="314325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A710F56-6AE7-11BE-1114-902831EC5D6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060275" y="683360"/>
                <a:ext cx="284360" cy="3318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479407A-E6B0-2658-9AFA-5E12F101D6D3}"/>
                  </a:ext>
                </a:extLst>
              </p14:cNvPr>
              <p14:cNvContentPartPr/>
              <p14:nvPr/>
            </p14:nvContentPartPr>
            <p14:xfrm>
              <a:off x="10520264" y="873846"/>
              <a:ext cx="28575" cy="9524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479407A-E6B0-2658-9AFA-5E12F101D6D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512890" y="857519"/>
                <a:ext cx="43631" cy="428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74B2EFE-25B8-718A-C719-048014F49655}"/>
                  </a:ext>
                </a:extLst>
              </p14:cNvPr>
              <p14:cNvContentPartPr/>
              <p14:nvPr/>
            </p14:nvContentPartPr>
            <p14:xfrm>
              <a:off x="10731034" y="723393"/>
              <a:ext cx="266700" cy="295275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74B2EFE-25B8-718A-C719-048014F49655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0722290" y="714793"/>
                <a:ext cx="284553" cy="3128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3EA4451-97E4-9C16-3FD8-BA0FB2452210}"/>
                  </a:ext>
                </a:extLst>
              </p14:cNvPr>
              <p14:cNvContentPartPr/>
              <p14:nvPr/>
            </p14:nvContentPartPr>
            <p14:xfrm>
              <a:off x="4259597" y="2802481"/>
              <a:ext cx="383916" cy="39869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3EA4451-97E4-9C16-3FD8-BA0FB2452210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241505" y="2784408"/>
                <a:ext cx="419739" cy="434475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1BAF720D-97D9-757D-1D36-5C02A111A106}"/>
              </a:ext>
            </a:extLst>
          </p:cNvPr>
          <p:cNvSpPr txBox="1"/>
          <p:nvPr/>
        </p:nvSpPr>
        <p:spPr>
          <a:xfrm>
            <a:off x="5945155" y="4506686"/>
            <a:ext cx="274319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I should be able to access the inside of the coach </a:t>
            </a:r>
            <a:r>
              <a:rPr lang="en-US" dirty="0" err="1"/>
              <a:t>Bmx</a:t>
            </a:r>
            <a:r>
              <a:rPr lang="en-US" dirty="0"/>
              <a:t> from that place (outside </a:t>
            </a:r>
            <a:r>
              <a:rPr lang="en-US" dirty="0" err="1"/>
              <a:t>Bmx</a:t>
            </a:r>
            <a:r>
              <a:rPr lang="en-US" dirty="0"/>
              <a:t> door 1)</a:t>
            </a:r>
          </a:p>
        </p:txBody>
      </p:sp>
    </p:spTree>
    <p:extLst>
      <p:ext uri="{BB962C8B-B14F-4D97-AF65-F5344CB8AC3E}">
        <p14:creationId xmlns:p14="http://schemas.microsoft.com/office/powerpoint/2010/main" val="28874508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676FDF71-90A1-EEAE-5074-DAF63CD47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180" y="631787"/>
            <a:ext cx="5242931" cy="255571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1084BC9-9387-DDFF-FFB6-AE3701659AEF}"/>
                  </a:ext>
                </a:extLst>
              </p14:cNvPr>
              <p14:cNvContentPartPr/>
              <p14:nvPr/>
            </p14:nvContentPartPr>
            <p14:xfrm>
              <a:off x="7207064" y="1129646"/>
              <a:ext cx="161925" cy="390525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1084BC9-9387-DDFF-FFB6-AE3701659AE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89778" y="1111499"/>
                <a:ext cx="196850" cy="4264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D3973A2-A90B-1CCE-62D5-27B8F7109238}"/>
                  </a:ext>
                </a:extLst>
              </p14:cNvPr>
              <p14:cNvContentPartPr/>
              <p14:nvPr/>
            </p14:nvContentPartPr>
            <p14:xfrm>
              <a:off x="7437268" y="1391388"/>
              <a:ext cx="133350" cy="9525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D3973A2-A90B-1CCE-62D5-27B8F710923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419118" y="1374599"/>
                <a:ext cx="170021" cy="1291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4AC717A-EF20-4782-924B-B7B01F139AD0}"/>
                  </a:ext>
                </a:extLst>
              </p14:cNvPr>
              <p14:cNvContentPartPr/>
              <p14:nvPr/>
            </p14:nvContentPartPr>
            <p14:xfrm>
              <a:off x="7627775" y="1127448"/>
              <a:ext cx="19049" cy="314325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4AC717A-EF20-4782-924B-B7B01F139AD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605625" y="1109985"/>
                <a:ext cx="62906" cy="349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4F0F6E6-A401-948A-FE05-F5E466359A00}"/>
                  </a:ext>
                </a:extLst>
              </p14:cNvPr>
              <p14:cNvContentPartPr/>
              <p14:nvPr/>
            </p14:nvContentPartPr>
            <p14:xfrm>
              <a:off x="7628482" y="1251302"/>
              <a:ext cx="219075" cy="152399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4F0F6E6-A401-948A-FE05-F5E466359A0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610591" y="1232852"/>
                <a:ext cx="255222" cy="1889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090EC17-B74E-CA28-F7BD-80A4AAD079E1}"/>
                  </a:ext>
                </a:extLst>
              </p14:cNvPr>
              <p14:cNvContentPartPr/>
              <p14:nvPr/>
            </p14:nvContentPartPr>
            <p14:xfrm>
              <a:off x="7999068" y="1314061"/>
              <a:ext cx="133350" cy="152399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090EC17-B74E-CA28-F7BD-80A4AAD079E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981644" y="1296067"/>
                <a:ext cx="168554" cy="1887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CA6CFE5-253C-0676-CE72-B4BF99C94B57}"/>
                  </a:ext>
                </a:extLst>
              </p14:cNvPr>
              <p14:cNvContentPartPr/>
              <p14:nvPr/>
            </p14:nvContentPartPr>
            <p14:xfrm>
              <a:off x="8218714" y="1122336"/>
              <a:ext cx="142874" cy="3429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CA6CFE5-253C-0676-CE72-B4BF99C94B5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200490" y="1104514"/>
                <a:ext cx="178957" cy="3781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902D521-1000-0845-71CF-B52D8ABD21B2}"/>
                  </a:ext>
                </a:extLst>
              </p14:cNvPr>
              <p14:cNvContentPartPr/>
              <p14:nvPr/>
            </p14:nvContentPartPr>
            <p14:xfrm>
              <a:off x="8428652" y="1119673"/>
              <a:ext cx="28575" cy="333374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902D521-1000-0845-71CF-B52D8ABD21B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411013" y="1101807"/>
                <a:ext cx="63500" cy="3687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9E2A7F3-7A26-2A7F-30AC-0FC9BC3A2BD1}"/>
                  </a:ext>
                </a:extLst>
              </p14:cNvPr>
              <p14:cNvContentPartPr/>
              <p14:nvPr/>
            </p14:nvContentPartPr>
            <p14:xfrm>
              <a:off x="8555919" y="1356348"/>
              <a:ext cx="104775" cy="142874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9E2A7F3-7A26-2A7F-30AC-0FC9BC3A2BD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537978" y="1338578"/>
                <a:ext cx="140298" cy="1780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8E8E4DB-D163-55B5-2275-CBABD159C543}"/>
                  </a:ext>
                </a:extLst>
              </p14:cNvPr>
              <p14:cNvContentPartPr/>
              <p14:nvPr/>
            </p14:nvContentPartPr>
            <p14:xfrm>
              <a:off x="9088278" y="1116156"/>
              <a:ext cx="38099" cy="314325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8E8E4DB-D163-55B5-2275-CBABD159C54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070992" y="1098418"/>
                <a:ext cx="73023" cy="3494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6649014-A5F8-0FC6-D653-4D142FC9CC55}"/>
                  </a:ext>
                </a:extLst>
              </p14:cNvPr>
              <p14:cNvContentPartPr/>
              <p14:nvPr/>
            </p14:nvContentPartPr>
            <p14:xfrm>
              <a:off x="9081796" y="1228853"/>
              <a:ext cx="142874" cy="19049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6649014-A5F8-0FC6-D653-4D142FC9CC55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064117" y="1214493"/>
                <a:ext cx="178593" cy="480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3EFE99F-5030-C5A0-98CA-8B924DFA3440}"/>
                  </a:ext>
                </a:extLst>
              </p14:cNvPr>
              <p14:cNvContentPartPr/>
              <p14:nvPr/>
            </p14:nvContentPartPr>
            <p14:xfrm>
              <a:off x="9241150" y="1365515"/>
              <a:ext cx="85725" cy="9525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3EFE99F-5030-C5A0-98CA-8B924DFA344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222184" y="1348229"/>
                <a:ext cx="123277" cy="1301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6C725B5-5404-26BD-8A66-07A245B24104}"/>
                  </a:ext>
                </a:extLst>
              </p14:cNvPr>
              <p14:cNvContentPartPr/>
              <p14:nvPr/>
            </p14:nvContentPartPr>
            <p14:xfrm>
              <a:off x="9579428" y="1050336"/>
              <a:ext cx="190500" cy="561974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6C725B5-5404-26BD-8A66-07A245B24104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561388" y="1032301"/>
                <a:ext cx="226219" cy="5976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E3FDA68-5FB9-713D-3364-6B6BF6B595D4}"/>
                  </a:ext>
                </a:extLst>
              </p14:cNvPr>
              <p14:cNvContentPartPr/>
              <p14:nvPr/>
            </p14:nvContentPartPr>
            <p14:xfrm>
              <a:off x="9579428" y="1451700"/>
              <a:ext cx="152399" cy="38099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E3FDA68-5FB9-713D-3364-6B6BF6B595D4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561748" y="1431840"/>
                <a:ext cx="187405" cy="782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FE7E6A1-1A05-B642-196A-8E7D7291E80C}"/>
                  </a:ext>
                </a:extLst>
              </p14:cNvPr>
              <p14:cNvContentPartPr/>
              <p14:nvPr/>
            </p14:nvContentPartPr>
            <p14:xfrm>
              <a:off x="9828244" y="1384040"/>
              <a:ext cx="28575" cy="762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FE7E6A1-1A05-B642-196A-8E7D7291E80C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810958" y="1365556"/>
                <a:ext cx="63500" cy="1135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3EECF6DF-FE40-39A3-3632-E823BFF2F3F4}"/>
                  </a:ext>
                </a:extLst>
              </p14:cNvPr>
              <p14:cNvContentPartPr/>
              <p14:nvPr/>
            </p14:nvContentPartPr>
            <p14:xfrm>
              <a:off x="9870141" y="1251857"/>
              <a:ext cx="9524" cy="38099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3EECF6DF-FE40-39A3-3632-E823BFF2F3F4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9836127" y="1232611"/>
                <a:ext cx="76872" cy="769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DE96D4F-CFBD-5DBD-8AC0-A5D7FD26C110}"/>
                  </a:ext>
                </a:extLst>
              </p14:cNvPr>
              <p14:cNvContentPartPr/>
              <p14:nvPr/>
            </p14:nvContentPartPr>
            <p14:xfrm>
              <a:off x="9944877" y="1345352"/>
              <a:ext cx="123825" cy="9525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DE96D4F-CFBD-5DBD-8AC0-A5D7FD26C110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926711" y="1327778"/>
                <a:ext cx="160528" cy="130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364A128-37B1-4FAE-C47D-B8E741B4FD59}"/>
                  </a:ext>
                </a:extLst>
              </p14:cNvPr>
              <p14:cNvContentPartPr/>
              <p14:nvPr/>
            </p14:nvContentPartPr>
            <p14:xfrm>
              <a:off x="10104385" y="1397096"/>
              <a:ext cx="104775" cy="66675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364A128-37B1-4FAE-C47D-B8E741B4FD59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0086497" y="1378677"/>
                <a:ext cx="140917" cy="1031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CD8FABF0-96B9-16DB-7E53-12E254F048A1}"/>
                  </a:ext>
                </a:extLst>
              </p14:cNvPr>
              <p14:cNvContentPartPr/>
              <p14:nvPr/>
            </p14:nvContentPartPr>
            <p14:xfrm>
              <a:off x="10193693" y="1208141"/>
              <a:ext cx="28575" cy="32385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CD8FABF0-96B9-16DB-7E53-12E254F048A1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0176684" y="1190089"/>
                <a:ext cx="62253" cy="3595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90E4C6CA-CCB8-5DA2-4F71-250EB3AE8C55}"/>
                  </a:ext>
                </a:extLst>
              </p14:cNvPr>
              <p14:cNvContentPartPr/>
              <p14:nvPr/>
            </p14:nvContentPartPr>
            <p14:xfrm>
              <a:off x="7199548" y="1915020"/>
              <a:ext cx="152399" cy="200024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90E4C6CA-CCB8-5DA2-4F71-250EB3AE8C55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7181231" y="1897518"/>
                <a:ext cx="188667" cy="2353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CD12B87C-3249-F86E-AC31-03EFBA6DBC16}"/>
                  </a:ext>
                </a:extLst>
              </p14:cNvPr>
              <p14:cNvContentPartPr/>
              <p14:nvPr/>
            </p14:nvContentPartPr>
            <p14:xfrm>
              <a:off x="7635550" y="1957944"/>
              <a:ext cx="276225" cy="13335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CD12B87C-3249-F86E-AC31-03EFBA6DBC16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7618175" y="1939993"/>
                <a:ext cx="311329" cy="1696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86E281C-1CC5-D03A-05D3-AB767E204401}"/>
                  </a:ext>
                </a:extLst>
              </p14:cNvPr>
              <p14:cNvContentPartPr/>
              <p14:nvPr/>
            </p14:nvContentPartPr>
            <p14:xfrm>
              <a:off x="7938184" y="1911017"/>
              <a:ext cx="142874" cy="1905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86E281C-1CC5-D03A-05D3-AB767E204401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7920099" y="1893304"/>
                <a:ext cx="178683" cy="2262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24D9C95-279F-7FE5-C8A5-23449F2F21F3}"/>
                  </a:ext>
                </a:extLst>
              </p14:cNvPr>
              <p14:cNvContentPartPr/>
              <p14:nvPr/>
            </p14:nvContentPartPr>
            <p14:xfrm>
              <a:off x="8040357" y="1937224"/>
              <a:ext cx="228600" cy="41910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24D9C95-279F-7FE5-C8A5-23449F2F21F3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8022127" y="1919221"/>
                <a:ext cx="264695" cy="4547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7C775CE-CB29-4DAF-5A41-A1E527BBFC65}"/>
                  </a:ext>
                </a:extLst>
              </p14:cNvPr>
              <p14:cNvContentPartPr/>
              <p14:nvPr/>
            </p14:nvContentPartPr>
            <p14:xfrm>
              <a:off x="8678217" y="1788366"/>
              <a:ext cx="209550" cy="276225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7C775CE-CB29-4DAF-5A41-A1E527BBFC65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8660360" y="1770673"/>
                <a:ext cx="245629" cy="3119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76802512-1582-3FBC-420E-A3AF96F19553}"/>
                  </a:ext>
                </a:extLst>
              </p14:cNvPr>
              <p14:cNvContentPartPr/>
              <p14:nvPr/>
            </p14:nvContentPartPr>
            <p14:xfrm>
              <a:off x="8892708" y="1969147"/>
              <a:ext cx="85725" cy="104775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76802512-1582-3FBC-420E-A3AF96F19553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8875494" y="1951919"/>
                <a:ext cx="119808" cy="1395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7793EBF9-29DE-55C8-D4E2-6F87E425E809}"/>
                  </a:ext>
                </a:extLst>
              </p14:cNvPr>
              <p14:cNvContentPartPr/>
              <p14:nvPr/>
            </p14:nvContentPartPr>
            <p14:xfrm>
              <a:off x="9260632" y="1943989"/>
              <a:ext cx="123825" cy="123825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7793EBF9-29DE-55C8-D4E2-6F87E425E809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9243093" y="1926350"/>
                <a:ext cx="158552" cy="1587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74065E5F-B756-F995-17ED-04A4AF58D772}"/>
                  </a:ext>
                </a:extLst>
              </p14:cNvPr>
              <p14:cNvContentPartPr/>
              <p14:nvPr/>
            </p14:nvContentPartPr>
            <p14:xfrm>
              <a:off x="9439469" y="1921813"/>
              <a:ext cx="133350" cy="161925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74065E5F-B756-F995-17ED-04A4AF58D772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9421665" y="1904259"/>
                <a:ext cx="169322" cy="1973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7832B5DF-5E4E-91C2-4D42-BFF25D908AF6}"/>
                  </a:ext>
                </a:extLst>
              </p14:cNvPr>
              <p14:cNvContentPartPr/>
              <p14:nvPr/>
            </p14:nvContentPartPr>
            <p14:xfrm>
              <a:off x="9641632" y="1958051"/>
              <a:ext cx="152399" cy="104775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7832B5DF-5E4E-91C2-4D42-BFF25D908AF6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9624465" y="1941163"/>
                <a:ext cx="187083" cy="1388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596B2CEB-47A4-398E-7A92-BC738AAC050B}"/>
                  </a:ext>
                </a:extLst>
              </p14:cNvPr>
              <p14:cNvContentPartPr/>
              <p14:nvPr/>
            </p14:nvContentPartPr>
            <p14:xfrm>
              <a:off x="7114541" y="2565917"/>
              <a:ext cx="180975" cy="257175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596B2CEB-47A4-398E-7A92-BC738AAC050B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7096876" y="2548033"/>
                <a:ext cx="216665" cy="2925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D4889686-169D-456D-B64C-CD461228DC4B}"/>
                  </a:ext>
                </a:extLst>
              </p14:cNvPr>
              <p14:cNvContentPartPr/>
              <p14:nvPr/>
            </p14:nvContentPartPr>
            <p14:xfrm>
              <a:off x="7302618" y="2495939"/>
              <a:ext cx="352425" cy="333374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D4889686-169D-456D-B64C-CD461228DC4B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7285157" y="2478073"/>
                <a:ext cx="387703" cy="3687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856BDB38-4713-0C56-3D15-844F8EBE7E30}"/>
                  </a:ext>
                </a:extLst>
              </p14:cNvPr>
              <p14:cNvContentPartPr/>
              <p14:nvPr/>
            </p14:nvContentPartPr>
            <p14:xfrm>
              <a:off x="7161244" y="2597020"/>
              <a:ext cx="85725" cy="9524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856BDB38-4713-0C56-3D15-844F8EBE7E30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7142821" y="2583414"/>
                <a:ext cx="122948" cy="364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83DFC94B-9898-491F-BEC4-4A62C728B86B}"/>
                  </a:ext>
                </a:extLst>
              </p14:cNvPr>
              <p14:cNvContentPartPr/>
              <p14:nvPr/>
            </p14:nvContentPartPr>
            <p14:xfrm>
              <a:off x="8086791" y="2525668"/>
              <a:ext cx="171449" cy="28575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83DFC94B-9898-491F-BEC4-4A62C728B86B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8068857" y="2507537"/>
                <a:ext cx="206958" cy="3216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1BFE8767-34E1-877F-0A66-0AEB77BC1E6A}"/>
                  </a:ext>
                </a:extLst>
              </p14:cNvPr>
              <p14:cNvContentPartPr/>
              <p14:nvPr/>
            </p14:nvContentPartPr>
            <p14:xfrm>
              <a:off x="8359228" y="2668415"/>
              <a:ext cx="152399" cy="142874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1BFE8767-34E1-877F-0A66-0AEB77BC1E6A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8341548" y="2650003"/>
                <a:ext cx="187405" cy="1793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84E79159-44F3-214E-B1B7-3B8BEDFE86FF}"/>
                  </a:ext>
                </a:extLst>
              </p14:cNvPr>
              <p14:cNvContentPartPr/>
              <p14:nvPr/>
            </p14:nvContentPartPr>
            <p14:xfrm>
              <a:off x="8544408" y="2730961"/>
              <a:ext cx="85725" cy="5715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84E79159-44F3-214E-B1B7-3B8BEDFE86FF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8526169" y="2713124"/>
                <a:ext cx="121839" cy="931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E588324A-6A8A-A5EE-9818-D06124313D8B}"/>
                  </a:ext>
                </a:extLst>
              </p14:cNvPr>
              <p14:cNvContentPartPr/>
              <p14:nvPr/>
            </p14:nvContentPartPr>
            <p14:xfrm>
              <a:off x="8677468" y="2449285"/>
              <a:ext cx="28575" cy="38100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E588324A-6A8A-A5EE-9818-D06124313D8B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8656457" y="2431722"/>
                <a:ext cx="70177" cy="4164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5A254789-DCEC-E171-AD6F-B3CE7E843A01}"/>
                  </a:ext>
                </a:extLst>
              </p14:cNvPr>
              <p14:cNvContentPartPr/>
              <p14:nvPr/>
            </p14:nvContentPartPr>
            <p14:xfrm>
              <a:off x="8731881" y="2728261"/>
              <a:ext cx="104775" cy="9525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5A254789-DCEC-E171-AD6F-B3CE7E843A01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8714242" y="2710515"/>
                <a:ext cx="139700" cy="1311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0561CFC4-4E9F-BB99-B6C7-12489AAE249C}"/>
                  </a:ext>
                </a:extLst>
              </p14:cNvPr>
              <p14:cNvContentPartPr/>
              <p14:nvPr/>
            </p14:nvContentPartPr>
            <p14:xfrm>
              <a:off x="8872022" y="2410408"/>
              <a:ext cx="19049" cy="4191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0561CFC4-4E9F-BB99-B6C7-12489AAE249C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8857369" y="2392528"/>
                <a:ext cx="48062" cy="4545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F6661445-358B-292E-43CE-DD49A28424A3}"/>
                  </a:ext>
                </a:extLst>
              </p14:cNvPr>
              <p14:cNvContentPartPr/>
              <p14:nvPr/>
            </p14:nvContentPartPr>
            <p14:xfrm>
              <a:off x="8957387" y="2710446"/>
              <a:ext cx="295275" cy="152399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F6661445-358B-292E-43CE-DD49A28424A3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8939871" y="2692432"/>
                <a:ext cx="330665" cy="18806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217745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9E2FFE6-14F1-8EFE-5367-F771A3B68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161" y="705652"/>
            <a:ext cx="6544287" cy="319558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5078991-5A4B-5B99-6249-3CA1D55F6496}"/>
                  </a:ext>
                </a:extLst>
              </p14:cNvPr>
              <p14:cNvContentPartPr/>
              <p14:nvPr/>
            </p14:nvContentPartPr>
            <p14:xfrm>
              <a:off x="7894003" y="1391964"/>
              <a:ext cx="285750" cy="390525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5078991-5A4B-5B99-6249-3CA1D55F649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76166" y="1374229"/>
                <a:ext cx="321067" cy="4263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514BF00-F83C-63BC-0037-07339895B4DC}"/>
                  </a:ext>
                </a:extLst>
              </p14:cNvPr>
              <p14:cNvContentPartPr/>
              <p14:nvPr/>
            </p14:nvContentPartPr>
            <p14:xfrm>
              <a:off x="8291682" y="1625081"/>
              <a:ext cx="57150" cy="9525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514BF00-F83C-63BC-0037-07339895B4D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274774" y="1607267"/>
                <a:ext cx="90628" cy="1312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68D3F0A-F4A6-3FD8-2CCA-BDAA3FF377F9}"/>
                  </a:ext>
                </a:extLst>
              </p14:cNvPr>
              <p14:cNvContentPartPr/>
              <p14:nvPr/>
            </p14:nvContentPartPr>
            <p14:xfrm>
              <a:off x="8321412" y="1477347"/>
              <a:ext cx="9524" cy="9524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68D3F0A-F4A6-3FD8-2CCA-BDAA3FF377F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294956" y="1450891"/>
                <a:ext cx="61906" cy="619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3EDEFD0-766E-A7D8-B432-4E0465E85C09}"/>
                  </a:ext>
                </a:extLst>
              </p14:cNvPr>
              <p14:cNvContentPartPr/>
              <p14:nvPr/>
            </p14:nvContentPartPr>
            <p14:xfrm>
              <a:off x="8423614" y="1591355"/>
              <a:ext cx="95250" cy="13335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3EDEFD0-766E-A7D8-B432-4E0465E85C0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406359" y="1573946"/>
                <a:ext cx="129416" cy="1678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03882F0-6798-D79C-9E81-222D9EFC6E91}"/>
                  </a:ext>
                </a:extLst>
              </p14:cNvPr>
              <p14:cNvContentPartPr/>
              <p14:nvPr/>
            </p14:nvContentPartPr>
            <p14:xfrm>
              <a:off x="8599713" y="1602275"/>
              <a:ext cx="104775" cy="104775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03882F0-6798-D79C-9E81-222D9EFC6E9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581070" y="1583893"/>
                <a:ext cx="141689" cy="1411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A8AAFA6-44C3-2480-9736-411E4F997B7B}"/>
                  </a:ext>
                </a:extLst>
              </p14:cNvPr>
              <p14:cNvContentPartPr/>
              <p14:nvPr/>
            </p14:nvContentPartPr>
            <p14:xfrm>
              <a:off x="8753148" y="1625081"/>
              <a:ext cx="161925" cy="1143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A8AAFA6-44C3-2480-9736-411E4F997B7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735633" y="1606778"/>
                <a:ext cx="197313" cy="1512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6997AE4-5D4A-8304-8367-CAE81F898191}"/>
                  </a:ext>
                </a:extLst>
              </p14:cNvPr>
              <p14:cNvContentPartPr/>
              <p14:nvPr/>
            </p14:nvContentPartPr>
            <p14:xfrm>
              <a:off x="8929688" y="1368489"/>
              <a:ext cx="142874" cy="295275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6997AE4-5D4A-8304-8367-CAE81F89819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911464" y="1351141"/>
                <a:ext cx="178957" cy="3303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664D5C6-0FB4-5D51-A20B-382778F0F8D3}"/>
                  </a:ext>
                </a:extLst>
              </p14:cNvPr>
              <p14:cNvContentPartPr/>
              <p14:nvPr/>
            </p14:nvContentPartPr>
            <p14:xfrm>
              <a:off x="9148340" y="1640632"/>
              <a:ext cx="47624" cy="66675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664D5C6-0FB4-5D51-A20B-382778F0F8D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129442" y="1622069"/>
                <a:ext cx="85043" cy="1041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D281E45-4D42-F486-D2AB-FF5E60915120}"/>
                  </a:ext>
                </a:extLst>
              </p14:cNvPr>
              <p14:cNvContentPartPr/>
              <p14:nvPr/>
            </p14:nvContentPartPr>
            <p14:xfrm>
              <a:off x="9168312" y="1524000"/>
              <a:ext cx="9524" cy="38099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D281E45-4D42-F486-D2AB-FF5E6091512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144502" y="1506714"/>
                <a:ext cx="56668" cy="730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378FEEE-536D-A506-7078-1B000839E72F}"/>
                  </a:ext>
                </a:extLst>
              </p14:cNvPr>
              <p14:cNvContentPartPr/>
              <p14:nvPr/>
            </p14:nvContentPartPr>
            <p14:xfrm>
              <a:off x="9270074" y="1579653"/>
              <a:ext cx="133350" cy="161925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378FEEE-536D-A506-7078-1B000839E72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252221" y="1561701"/>
                <a:ext cx="169420" cy="1974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173AC8B-75F7-2834-E06B-187E846B4BB1}"/>
                  </a:ext>
                </a:extLst>
              </p14:cNvPr>
              <p14:cNvContentPartPr/>
              <p14:nvPr/>
            </p14:nvContentPartPr>
            <p14:xfrm>
              <a:off x="9253604" y="1547461"/>
              <a:ext cx="180975" cy="180975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173AC8B-75F7-2834-E06B-187E846B4BB1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235939" y="1529796"/>
                <a:ext cx="216665" cy="2166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A1E0D84-7EC7-1440-506D-15E7E4965745}"/>
                  </a:ext>
                </a:extLst>
              </p14:cNvPr>
              <p14:cNvContentPartPr/>
              <p14:nvPr/>
            </p14:nvContentPartPr>
            <p14:xfrm>
              <a:off x="9439469" y="1577868"/>
              <a:ext cx="200024" cy="9525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A1E0D84-7EC7-1440-506D-15E7E4965745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421584" y="1560164"/>
                <a:ext cx="236160" cy="1303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F6BEA20-AFAC-2CB1-8934-3494F55F82DB}"/>
                  </a:ext>
                </a:extLst>
              </p14:cNvPr>
              <p14:cNvContentPartPr/>
              <p14:nvPr/>
            </p14:nvContentPartPr>
            <p14:xfrm>
              <a:off x="8270021" y="2169367"/>
              <a:ext cx="295275" cy="200024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F6BEA20-AFAC-2CB1-8934-3494F55F82DB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252137" y="2151790"/>
                <a:ext cx="331409" cy="2348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5452AD3-ADC7-09CB-A2B5-60B4596A4CF3}"/>
                  </a:ext>
                </a:extLst>
              </p14:cNvPr>
              <p14:cNvContentPartPr/>
              <p14:nvPr/>
            </p14:nvContentPartPr>
            <p14:xfrm>
              <a:off x="8288694" y="2037183"/>
              <a:ext cx="9524" cy="28575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5452AD3-ADC7-09CB-A2B5-60B4596A4CF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241074" y="2019759"/>
                <a:ext cx="103812" cy="63074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A4C81E32-5187-D8E4-585A-C203FCD271E6}"/>
              </a:ext>
            </a:extLst>
          </p:cNvPr>
          <p:cNvSpPr txBox="1"/>
          <p:nvPr/>
        </p:nvSpPr>
        <p:spPr>
          <a:xfrm>
            <a:off x="7609114" y="2866053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Naar </a:t>
            </a:r>
            <a:r>
              <a:rPr lang="en-US" dirty="0" err="1"/>
              <a:t>deur</a:t>
            </a:r>
            <a:r>
              <a:rPr lang="en-US" dirty="0"/>
              <a:t> 1-2.</a:t>
            </a:r>
          </a:p>
          <a:p>
            <a:r>
              <a:rPr lang="en-US" dirty="0" err="1">
                <a:cs typeface="Calibri"/>
              </a:rPr>
              <a:t>Vers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portes</a:t>
            </a:r>
            <a:r>
              <a:rPr lang="en-US" dirty="0">
                <a:cs typeface="Calibri"/>
              </a:rPr>
              <a:t> 1-2</a:t>
            </a:r>
          </a:p>
        </p:txBody>
      </p:sp>
    </p:spTree>
    <p:extLst>
      <p:ext uri="{BB962C8B-B14F-4D97-AF65-F5344CB8AC3E}">
        <p14:creationId xmlns:p14="http://schemas.microsoft.com/office/powerpoint/2010/main" val="196439025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FED14B90789EB4B95699264C7C0CB1E" ma:contentTypeVersion="14" ma:contentTypeDescription="Crée un document." ma:contentTypeScope="" ma:versionID="e8912cf944d2dae344f350247a29aea5">
  <xsd:schema xmlns:xsd="http://www.w3.org/2001/XMLSchema" xmlns:xs="http://www.w3.org/2001/XMLSchema" xmlns:p="http://schemas.microsoft.com/office/2006/metadata/properties" xmlns:ns3="a3186208-9b57-4a4a-a1f3-97a6cd77244a" xmlns:ns4="1caec4ea-3cce-4a35-984d-58d6338bc479" targetNamespace="http://schemas.microsoft.com/office/2006/metadata/properties" ma:root="true" ma:fieldsID="0027f98da2d6f02aa5f93caad7b8fb6c" ns3:_="" ns4:_="">
    <xsd:import namespace="a3186208-9b57-4a4a-a1f3-97a6cd77244a"/>
    <xsd:import namespace="1caec4ea-3cce-4a35-984d-58d6338bc479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DateTaken" minOccurs="0"/>
                <xsd:element ref="ns4:MediaServiceLocation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  <xsd:element ref="ns4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186208-9b57-4a4a-a1f3-97a6cd77244a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aec4ea-3cce-4a35-984d-58d6338bc4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8D52580-6CFE-4155-BD81-414E590D0CD7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1caec4ea-3cce-4a35-984d-58d6338bc479"/>
    <ds:schemaRef ds:uri="a3186208-9b57-4a4a-a1f3-97a6cd77244a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01332C1-27FE-4201-AEF1-8777AE3294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5D99D89-33C9-4CDF-88BD-C03F2CC75AC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3186208-9b57-4a4a-a1f3-97a6cd77244a"/>
    <ds:schemaRef ds:uri="1caec4ea-3cce-4a35-984d-58d6338bc47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Benoît Scalais</dc:creator>
  <cp:lastModifiedBy>Benoît Scalais</cp:lastModifiedBy>
  <cp:revision>438</cp:revision>
  <dcterms:created xsi:type="dcterms:W3CDTF">2022-05-25T09:27:09Z</dcterms:created>
  <dcterms:modified xsi:type="dcterms:W3CDTF">2022-05-25T16:28:22Z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19387-3134-4ca8-87e2-20d2b663daf3_Enabled">
    <vt:lpwstr>true</vt:lpwstr>
  </property>
  <property fmtid="{D5CDD505-2E9C-101B-9397-08002B2CF9AE}" pid="3" name="MSIP_Label_47c19387-3134-4ca8-87e2-20d2b663daf3_SetDate">
    <vt:lpwstr>2022-05-25T09:27:09Z</vt:lpwstr>
  </property>
  <property fmtid="{D5CDD505-2E9C-101B-9397-08002B2CF9AE}" pid="4" name="MSIP_Label_47c19387-3134-4ca8-87e2-20d2b663daf3_Method">
    <vt:lpwstr>Standard</vt:lpwstr>
  </property>
  <property fmtid="{D5CDD505-2E9C-101B-9397-08002B2CF9AE}" pid="5" name="MSIP_Label_47c19387-3134-4ca8-87e2-20d2b663daf3_Name">
    <vt:lpwstr>Restricted distribution</vt:lpwstr>
  </property>
  <property fmtid="{D5CDD505-2E9C-101B-9397-08002B2CF9AE}" pid="6" name="MSIP_Label_47c19387-3134-4ca8-87e2-20d2b663daf3_SiteId">
    <vt:lpwstr>7919ea65-4c52-4980-bfcd-ce7ffd32f1ea</vt:lpwstr>
  </property>
  <property fmtid="{D5CDD505-2E9C-101B-9397-08002B2CF9AE}" pid="7" name="MSIP_Label_47c19387-3134-4ca8-87e2-20d2b663daf3_ActionId">
    <vt:lpwstr>a2a769d6-fa25-4b21-890a-f924c06900d0</vt:lpwstr>
  </property>
  <property fmtid="{D5CDD505-2E9C-101B-9397-08002B2CF9AE}" pid="8" name="MSIP_Label_47c19387-3134-4ca8-87e2-20d2b663daf3_ContentBits">
    <vt:lpwstr>0</vt:lpwstr>
  </property>
  <property fmtid="{D5CDD505-2E9C-101B-9397-08002B2CF9AE}" pid="9" name="ContentTypeId">
    <vt:lpwstr>0x0101003FED14B90789EB4B95699264C7C0CB1E</vt:lpwstr>
  </property>
</Properties>
</file>